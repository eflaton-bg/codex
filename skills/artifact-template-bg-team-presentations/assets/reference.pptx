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XR1q9Ur6VDHF7HTuHXYQ4qns+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9.xml.rels><?xml version="1.0" encoding="UTF-8" standalone="yes"?><Relationships xmlns="http://schemas.openxmlformats.org/package/2006/relationships"><Relationship Id="rId40" Type="http://schemas.openxmlformats.org/officeDocument/2006/relationships/image" Target="../media/image52.png"/><Relationship Id="rId42" Type="http://schemas.openxmlformats.org/officeDocument/2006/relationships/image" Target="../media/image49.png"/><Relationship Id="rId41" Type="http://schemas.openxmlformats.org/officeDocument/2006/relationships/image" Target="../media/image47.png"/><Relationship Id="rId44" Type="http://schemas.openxmlformats.org/officeDocument/2006/relationships/image" Target="../media/image85.png"/><Relationship Id="rId43" Type="http://schemas.openxmlformats.org/officeDocument/2006/relationships/image" Target="../media/image51.png"/><Relationship Id="rId46" Type="http://schemas.openxmlformats.org/officeDocument/2006/relationships/image" Target="../media/image55.png"/><Relationship Id="rId45" Type="http://schemas.openxmlformats.org/officeDocument/2006/relationships/image" Target="../media/image50.png"/><Relationship Id="rId107" Type="http://schemas.openxmlformats.org/officeDocument/2006/relationships/image" Target="../media/image110.png"/><Relationship Id="rId106" Type="http://schemas.openxmlformats.org/officeDocument/2006/relationships/image" Target="../media/image111.png"/><Relationship Id="rId105" Type="http://schemas.openxmlformats.org/officeDocument/2006/relationships/image" Target="../media/image109.png"/><Relationship Id="rId104" Type="http://schemas.openxmlformats.org/officeDocument/2006/relationships/image" Target="../media/image122.png"/><Relationship Id="rId109" Type="http://schemas.openxmlformats.org/officeDocument/2006/relationships/image" Target="../media/image117.png"/><Relationship Id="rId108" Type="http://schemas.openxmlformats.org/officeDocument/2006/relationships/image" Target="../media/image113.png"/><Relationship Id="rId48" Type="http://schemas.openxmlformats.org/officeDocument/2006/relationships/image" Target="../media/image78.png"/><Relationship Id="rId47" Type="http://schemas.openxmlformats.org/officeDocument/2006/relationships/image" Target="../media/image53.png"/><Relationship Id="rId49" Type="http://schemas.openxmlformats.org/officeDocument/2006/relationships/image" Target="../media/image46.png"/><Relationship Id="rId103" Type="http://schemas.openxmlformats.org/officeDocument/2006/relationships/image" Target="../media/image124.png"/><Relationship Id="rId102" Type="http://schemas.openxmlformats.org/officeDocument/2006/relationships/image" Target="../media/image107.png"/><Relationship Id="rId101" Type="http://schemas.openxmlformats.org/officeDocument/2006/relationships/image" Target="../media/image106.png"/><Relationship Id="rId100" Type="http://schemas.openxmlformats.org/officeDocument/2006/relationships/image" Target="../media/image99.png"/><Relationship Id="rId31" Type="http://schemas.openxmlformats.org/officeDocument/2006/relationships/image" Target="../media/image41.png"/><Relationship Id="rId30" Type="http://schemas.openxmlformats.org/officeDocument/2006/relationships/image" Target="../media/image30.png"/><Relationship Id="rId33" Type="http://schemas.openxmlformats.org/officeDocument/2006/relationships/image" Target="../media/image33.png"/><Relationship Id="rId32" Type="http://schemas.openxmlformats.org/officeDocument/2006/relationships/image" Target="../media/image35.png"/><Relationship Id="rId35" Type="http://schemas.openxmlformats.org/officeDocument/2006/relationships/image" Target="../media/image44.png"/><Relationship Id="rId34" Type="http://schemas.openxmlformats.org/officeDocument/2006/relationships/image" Target="../media/image69.png"/><Relationship Id="rId37" Type="http://schemas.openxmlformats.org/officeDocument/2006/relationships/image" Target="../media/image48.png"/><Relationship Id="rId36" Type="http://schemas.openxmlformats.org/officeDocument/2006/relationships/image" Target="../media/image45.png"/><Relationship Id="rId39" Type="http://schemas.openxmlformats.org/officeDocument/2006/relationships/image" Target="../media/image43.png"/><Relationship Id="rId38" Type="http://schemas.openxmlformats.org/officeDocument/2006/relationships/image" Target="../media/image75.png"/><Relationship Id="rId20" Type="http://schemas.openxmlformats.org/officeDocument/2006/relationships/image" Target="../media/image36.png"/><Relationship Id="rId22" Type="http://schemas.openxmlformats.org/officeDocument/2006/relationships/image" Target="../media/image38.png"/><Relationship Id="rId21" Type="http://schemas.openxmlformats.org/officeDocument/2006/relationships/image" Target="../media/image29.png"/><Relationship Id="rId24" Type="http://schemas.openxmlformats.org/officeDocument/2006/relationships/image" Target="../media/image31.png"/><Relationship Id="rId23" Type="http://schemas.openxmlformats.org/officeDocument/2006/relationships/image" Target="../media/image28.png"/><Relationship Id="rId129" Type="http://schemas.openxmlformats.org/officeDocument/2006/relationships/image" Target="../media/image129.png"/><Relationship Id="rId128" Type="http://schemas.openxmlformats.org/officeDocument/2006/relationships/image" Target="../media/image137.png"/><Relationship Id="rId127" Type="http://schemas.openxmlformats.org/officeDocument/2006/relationships/image" Target="../media/image138.png"/><Relationship Id="rId126" Type="http://schemas.openxmlformats.org/officeDocument/2006/relationships/image" Target="../media/image133.png"/><Relationship Id="rId26" Type="http://schemas.openxmlformats.org/officeDocument/2006/relationships/image" Target="../media/image32.png"/><Relationship Id="rId121" Type="http://schemas.openxmlformats.org/officeDocument/2006/relationships/image" Target="../media/image136.png"/><Relationship Id="rId25" Type="http://schemas.openxmlformats.org/officeDocument/2006/relationships/image" Target="../media/image37.png"/><Relationship Id="rId120" Type="http://schemas.openxmlformats.org/officeDocument/2006/relationships/image" Target="../media/image126.png"/><Relationship Id="rId28" Type="http://schemas.openxmlformats.org/officeDocument/2006/relationships/image" Target="../media/image34.png"/><Relationship Id="rId27" Type="http://schemas.openxmlformats.org/officeDocument/2006/relationships/image" Target="../media/image40.png"/><Relationship Id="rId125" Type="http://schemas.openxmlformats.org/officeDocument/2006/relationships/image" Target="../media/image134.png"/><Relationship Id="rId29" Type="http://schemas.openxmlformats.org/officeDocument/2006/relationships/image" Target="../media/image42.png"/><Relationship Id="rId124" Type="http://schemas.openxmlformats.org/officeDocument/2006/relationships/image" Target="../media/image132.png"/><Relationship Id="rId123" Type="http://schemas.openxmlformats.org/officeDocument/2006/relationships/image" Target="../media/image128.png"/><Relationship Id="rId122" Type="http://schemas.openxmlformats.org/officeDocument/2006/relationships/image" Target="../media/image130.png"/><Relationship Id="rId95" Type="http://schemas.openxmlformats.org/officeDocument/2006/relationships/image" Target="../media/image96.png"/><Relationship Id="rId94" Type="http://schemas.openxmlformats.org/officeDocument/2006/relationships/image" Target="../media/image103.png"/><Relationship Id="rId97" Type="http://schemas.openxmlformats.org/officeDocument/2006/relationships/image" Target="../media/image101.png"/><Relationship Id="rId96" Type="http://schemas.openxmlformats.org/officeDocument/2006/relationships/image" Target="../media/image98.png"/><Relationship Id="rId11" Type="http://schemas.openxmlformats.org/officeDocument/2006/relationships/image" Target="../media/image16.png"/><Relationship Id="rId99" Type="http://schemas.openxmlformats.org/officeDocument/2006/relationships/image" Target="../media/image100.png"/><Relationship Id="rId10" Type="http://schemas.openxmlformats.org/officeDocument/2006/relationships/image" Target="../media/image20.png"/><Relationship Id="rId98" Type="http://schemas.openxmlformats.org/officeDocument/2006/relationships/image" Target="../media/image105.png"/><Relationship Id="rId13" Type="http://schemas.openxmlformats.org/officeDocument/2006/relationships/image" Target="../media/image18.png"/><Relationship Id="rId12" Type="http://schemas.openxmlformats.org/officeDocument/2006/relationships/image" Target="../media/image19.png"/><Relationship Id="rId91" Type="http://schemas.openxmlformats.org/officeDocument/2006/relationships/image" Target="../media/image108.png"/><Relationship Id="rId90" Type="http://schemas.openxmlformats.org/officeDocument/2006/relationships/image" Target="../media/image139.png"/><Relationship Id="rId93" Type="http://schemas.openxmlformats.org/officeDocument/2006/relationships/image" Target="../media/image104.png"/><Relationship Id="rId92" Type="http://schemas.openxmlformats.org/officeDocument/2006/relationships/image" Target="../media/image94.png"/><Relationship Id="rId118" Type="http://schemas.openxmlformats.org/officeDocument/2006/relationships/image" Target="../media/image121.png"/><Relationship Id="rId117" Type="http://schemas.openxmlformats.org/officeDocument/2006/relationships/image" Target="../media/image125.png"/><Relationship Id="rId116" Type="http://schemas.openxmlformats.org/officeDocument/2006/relationships/image" Target="../media/image112.png"/><Relationship Id="rId115" Type="http://schemas.openxmlformats.org/officeDocument/2006/relationships/image" Target="../media/image118.png"/><Relationship Id="rId119" Type="http://schemas.openxmlformats.org/officeDocument/2006/relationships/image" Target="../media/image173.png"/><Relationship Id="rId15" Type="http://schemas.openxmlformats.org/officeDocument/2006/relationships/image" Target="../media/image22.png"/><Relationship Id="rId110" Type="http://schemas.openxmlformats.org/officeDocument/2006/relationships/image" Target="../media/image119.png"/><Relationship Id="rId14" Type="http://schemas.openxmlformats.org/officeDocument/2006/relationships/image" Target="../media/image65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9" Type="http://schemas.openxmlformats.org/officeDocument/2006/relationships/image" Target="../media/image27.png"/><Relationship Id="rId114" Type="http://schemas.openxmlformats.org/officeDocument/2006/relationships/image" Target="../media/image114.png"/><Relationship Id="rId18" Type="http://schemas.openxmlformats.org/officeDocument/2006/relationships/image" Target="../media/image23.png"/><Relationship Id="rId113" Type="http://schemas.openxmlformats.org/officeDocument/2006/relationships/image" Target="../media/image123.png"/><Relationship Id="rId112" Type="http://schemas.openxmlformats.org/officeDocument/2006/relationships/image" Target="../media/image120.png"/><Relationship Id="rId111" Type="http://schemas.openxmlformats.org/officeDocument/2006/relationships/image" Target="../media/image115.png"/><Relationship Id="rId84" Type="http://schemas.openxmlformats.org/officeDocument/2006/relationships/image" Target="../media/image90.png"/><Relationship Id="rId83" Type="http://schemas.openxmlformats.org/officeDocument/2006/relationships/image" Target="../media/image102.png"/><Relationship Id="rId86" Type="http://schemas.openxmlformats.org/officeDocument/2006/relationships/image" Target="../media/image92.png"/><Relationship Id="rId85" Type="http://schemas.openxmlformats.org/officeDocument/2006/relationships/image" Target="../media/image91.png"/><Relationship Id="rId88" Type="http://schemas.openxmlformats.org/officeDocument/2006/relationships/image" Target="../media/image97.png"/><Relationship Id="rId150" Type="http://schemas.openxmlformats.org/officeDocument/2006/relationships/image" Target="../media/image157.png"/><Relationship Id="rId87" Type="http://schemas.openxmlformats.org/officeDocument/2006/relationships/image" Target="../media/image89.png"/><Relationship Id="rId89" Type="http://schemas.openxmlformats.org/officeDocument/2006/relationships/image" Target="../media/image93.png"/><Relationship Id="rId80" Type="http://schemas.openxmlformats.org/officeDocument/2006/relationships/image" Target="../media/image87.png"/><Relationship Id="rId82" Type="http://schemas.openxmlformats.org/officeDocument/2006/relationships/image" Target="../media/image88.png"/><Relationship Id="rId81" Type="http://schemas.openxmlformats.org/officeDocument/2006/relationships/image" Target="../media/image11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149" Type="http://schemas.openxmlformats.org/officeDocument/2006/relationships/image" Target="../media/image153.png"/><Relationship Id="rId4" Type="http://schemas.openxmlformats.org/officeDocument/2006/relationships/image" Target="../media/image8.png"/><Relationship Id="rId148" Type="http://schemas.openxmlformats.org/officeDocument/2006/relationships/image" Target="../media/image155.png"/><Relationship Id="rId9" Type="http://schemas.openxmlformats.org/officeDocument/2006/relationships/image" Target="../media/image14.png"/><Relationship Id="rId143" Type="http://schemas.openxmlformats.org/officeDocument/2006/relationships/image" Target="../media/image146.png"/><Relationship Id="rId142" Type="http://schemas.openxmlformats.org/officeDocument/2006/relationships/image" Target="../media/image143.png"/><Relationship Id="rId141" Type="http://schemas.openxmlformats.org/officeDocument/2006/relationships/image" Target="../media/image142.png"/><Relationship Id="rId140" Type="http://schemas.openxmlformats.org/officeDocument/2006/relationships/image" Target="../media/image148.png"/><Relationship Id="rId5" Type="http://schemas.openxmlformats.org/officeDocument/2006/relationships/image" Target="../media/image5.png"/><Relationship Id="rId147" Type="http://schemas.openxmlformats.org/officeDocument/2006/relationships/image" Target="../media/image154.png"/><Relationship Id="rId6" Type="http://schemas.openxmlformats.org/officeDocument/2006/relationships/image" Target="../media/image6.png"/><Relationship Id="rId146" Type="http://schemas.openxmlformats.org/officeDocument/2006/relationships/image" Target="../media/image158.png"/><Relationship Id="rId7" Type="http://schemas.openxmlformats.org/officeDocument/2006/relationships/image" Target="../media/image9.png"/><Relationship Id="rId145" Type="http://schemas.openxmlformats.org/officeDocument/2006/relationships/image" Target="../media/image150.png"/><Relationship Id="rId8" Type="http://schemas.openxmlformats.org/officeDocument/2006/relationships/image" Target="../media/image17.png"/><Relationship Id="rId144" Type="http://schemas.openxmlformats.org/officeDocument/2006/relationships/image" Target="../media/image151.png"/><Relationship Id="rId73" Type="http://schemas.openxmlformats.org/officeDocument/2006/relationships/image" Target="../media/image84.png"/><Relationship Id="rId72" Type="http://schemas.openxmlformats.org/officeDocument/2006/relationships/image" Target="../media/image74.png"/><Relationship Id="rId75" Type="http://schemas.openxmlformats.org/officeDocument/2006/relationships/image" Target="../media/image79.png"/><Relationship Id="rId74" Type="http://schemas.openxmlformats.org/officeDocument/2006/relationships/image" Target="../media/image72.png"/><Relationship Id="rId77" Type="http://schemas.openxmlformats.org/officeDocument/2006/relationships/image" Target="../media/image80.png"/><Relationship Id="rId76" Type="http://schemas.openxmlformats.org/officeDocument/2006/relationships/image" Target="../media/image77.png"/><Relationship Id="rId79" Type="http://schemas.openxmlformats.org/officeDocument/2006/relationships/image" Target="../media/image82.png"/><Relationship Id="rId78" Type="http://schemas.openxmlformats.org/officeDocument/2006/relationships/image" Target="../media/image81.png"/><Relationship Id="rId71" Type="http://schemas.openxmlformats.org/officeDocument/2006/relationships/image" Target="../media/image76.png"/><Relationship Id="rId70" Type="http://schemas.openxmlformats.org/officeDocument/2006/relationships/image" Target="../media/image83.png"/><Relationship Id="rId139" Type="http://schemas.openxmlformats.org/officeDocument/2006/relationships/image" Target="../media/image145.png"/><Relationship Id="rId138" Type="http://schemas.openxmlformats.org/officeDocument/2006/relationships/image" Target="../media/image152.png"/><Relationship Id="rId137" Type="http://schemas.openxmlformats.org/officeDocument/2006/relationships/image" Target="../media/image144.png"/><Relationship Id="rId132" Type="http://schemas.openxmlformats.org/officeDocument/2006/relationships/image" Target="../media/image135.png"/><Relationship Id="rId131" Type="http://schemas.openxmlformats.org/officeDocument/2006/relationships/image" Target="../media/image131.png"/><Relationship Id="rId130" Type="http://schemas.openxmlformats.org/officeDocument/2006/relationships/image" Target="../media/image204.png"/><Relationship Id="rId136" Type="http://schemas.openxmlformats.org/officeDocument/2006/relationships/image" Target="../media/image141.png"/><Relationship Id="rId135" Type="http://schemas.openxmlformats.org/officeDocument/2006/relationships/image" Target="../media/image147.png"/><Relationship Id="rId134" Type="http://schemas.openxmlformats.org/officeDocument/2006/relationships/image" Target="../media/image156.png"/><Relationship Id="rId133" Type="http://schemas.openxmlformats.org/officeDocument/2006/relationships/image" Target="../media/image140.png"/><Relationship Id="rId62" Type="http://schemas.openxmlformats.org/officeDocument/2006/relationships/image" Target="../media/image70.png"/><Relationship Id="rId61" Type="http://schemas.openxmlformats.org/officeDocument/2006/relationships/image" Target="../media/image149.png"/><Relationship Id="rId64" Type="http://schemas.openxmlformats.org/officeDocument/2006/relationships/image" Target="../media/image67.png"/><Relationship Id="rId63" Type="http://schemas.openxmlformats.org/officeDocument/2006/relationships/image" Target="../media/image71.png"/><Relationship Id="rId66" Type="http://schemas.openxmlformats.org/officeDocument/2006/relationships/image" Target="../media/image68.png"/><Relationship Id="rId172" Type="http://schemas.openxmlformats.org/officeDocument/2006/relationships/image" Target="../media/image176.png"/><Relationship Id="rId65" Type="http://schemas.openxmlformats.org/officeDocument/2006/relationships/image" Target="../media/image95.png"/><Relationship Id="rId171" Type="http://schemas.openxmlformats.org/officeDocument/2006/relationships/image" Target="../media/image174.png"/><Relationship Id="rId68" Type="http://schemas.openxmlformats.org/officeDocument/2006/relationships/image" Target="../media/image73.png"/><Relationship Id="rId170" Type="http://schemas.openxmlformats.org/officeDocument/2006/relationships/image" Target="../media/image177.png"/><Relationship Id="rId67" Type="http://schemas.openxmlformats.org/officeDocument/2006/relationships/image" Target="../media/image127.png"/><Relationship Id="rId60" Type="http://schemas.openxmlformats.org/officeDocument/2006/relationships/image" Target="../media/image60.png"/><Relationship Id="rId165" Type="http://schemas.openxmlformats.org/officeDocument/2006/relationships/image" Target="../media/image171.png"/><Relationship Id="rId69" Type="http://schemas.openxmlformats.org/officeDocument/2006/relationships/image" Target="../media/image86.png"/><Relationship Id="rId164" Type="http://schemas.openxmlformats.org/officeDocument/2006/relationships/image" Target="../media/image184.png"/><Relationship Id="rId163" Type="http://schemas.openxmlformats.org/officeDocument/2006/relationships/image" Target="../media/image169.png"/><Relationship Id="rId162" Type="http://schemas.openxmlformats.org/officeDocument/2006/relationships/image" Target="../media/image160.png"/><Relationship Id="rId169" Type="http://schemas.openxmlformats.org/officeDocument/2006/relationships/image" Target="../media/image178.png"/><Relationship Id="rId168" Type="http://schemas.openxmlformats.org/officeDocument/2006/relationships/image" Target="../media/image197.png"/><Relationship Id="rId167" Type="http://schemas.openxmlformats.org/officeDocument/2006/relationships/image" Target="../media/image168.png"/><Relationship Id="rId166" Type="http://schemas.openxmlformats.org/officeDocument/2006/relationships/image" Target="../media/image166.png"/><Relationship Id="rId51" Type="http://schemas.openxmlformats.org/officeDocument/2006/relationships/image" Target="../media/image54.png"/><Relationship Id="rId50" Type="http://schemas.openxmlformats.org/officeDocument/2006/relationships/image" Target="../media/image56.png"/><Relationship Id="rId53" Type="http://schemas.openxmlformats.org/officeDocument/2006/relationships/image" Target="../media/image64.png"/><Relationship Id="rId52" Type="http://schemas.openxmlformats.org/officeDocument/2006/relationships/image" Target="../media/image62.png"/><Relationship Id="rId55" Type="http://schemas.openxmlformats.org/officeDocument/2006/relationships/image" Target="../media/image57.png"/><Relationship Id="rId161" Type="http://schemas.openxmlformats.org/officeDocument/2006/relationships/image" Target="../media/image234.png"/><Relationship Id="rId54" Type="http://schemas.openxmlformats.org/officeDocument/2006/relationships/image" Target="../media/image58.png"/><Relationship Id="rId160" Type="http://schemas.openxmlformats.org/officeDocument/2006/relationships/image" Target="../media/image161.png"/><Relationship Id="rId57" Type="http://schemas.openxmlformats.org/officeDocument/2006/relationships/image" Target="../media/image59.png"/><Relationship Id="rId56" Type="http://schemas.openxmlformats.org/officeDocument/2006/relationships/image" Target="../media/image63.png"/><Relationship Id="rId159" Type="http://schemas.openxmlformats.org/officeDocument/2006/relationships/image" Target="../media/image162.png"/><Relationship Id="rId59" Type="http://schemas.openxmlformats.org/officeDocument/2006/relationships/image" Target="../media/image61.png"/><Relationship Id="rId154" Type="http://schemas.openxmlformats.org/officeDocument/2006/relationships/image" Target="../media/image167.png"/><Relationship Id="rId58" Type="http://schemas.openxmlformats.org/officeDocument/2006/relationships/image" Target="../media/image66.png"/><Relationship Id="rId153" Type="http://schemas.openxmlformats.org/officeDocument/2006/relationships/image" Target="../media/image163.png"/><Relationship Id="rId152" Type="http://schemas.openxmlformats.org/officeDocument/2006/relationships/image" Target="../media/image175.png"/><Relationship Id="rId151" Type="http://schemas.openxmlformats.org/officeDocument/2006/relationships/image" Target="../media/image165.png"/><Relationship Id="rId158" Type="http://schemas.openxmlformats.org/officeDocument/2006/relationships/image" Target="../media/image164.png"/><Relationship Id="rId157" Type="http://schemas.openxmlformats.org/officeDocument/2006/relationships/image" Target="../media/image170.png"/><Relationship Id="rId156" Type="http://schemas.openxmlformats.org/officeDocument/2006/relationships/image" Target="../media/image193.png"/><Relationship Id="rId155" Type="http://schemas.openxmlformats.org/officeDocument/2006/relationships/image" Target="../media/image159.png"/></Relationships>
</file>

<file path=ppt/slideLayouts/_rels/slideLayout20.xml.rels><?xml version="1.0" encoding="UTF-8" standalone="yes"?><Relationships xmlns="http://schemas.openxmlformats.org/package/2006/relationships"><Relationship Id="rId40" Type="http://schemas.openxmlformats.org/officeDocument/2006/relationships/image" Target="../media/image207.png"/><Relationship Id="rId42" Type="http://schemas.openxmlformats.org/officeDocument/2006/relationships/image" Target="../media/image214.png"/><Relationship Id="rId41" Type="http://schemas.openxmlformats.org/officeDocument/2006/relationships/image" Target="../media/image215.png"/><Relationship Id="rId44" Type="http://schemas.openxmlformats.org/officeDocument/2006/relationships/image" Target="../media/image241.png"/><Relationship Id="rId43" Type="http://schemas.openxmlformats.org/officeDocument/2006/relationships/image" Target="../media/image213.png"/><Relationship Id="rId46" Type="http://schemas.openxmlformats.org/officeDocument/2006/relationships/image" Target="../media/image216.png"/><Relationship Id="rId45" Type="http://schemas.openxmlformats.org/officeDocument/2006/relationships/image" Target="../media/image217.png"/><Relationship Id="rId107" Type="http://schemas.openxmlformats.org/officeDocument/2006/relationships/image" Target="../media/image278.png"/><Relationship Id="rId106" Type="http://schemas.openxmlformats.org/officeDocument/2006/relationships/image" Target="../media/image284.png"/><Relationship Id="rId105" Type="http://schemas.openxmlformats.org/officeDocument/2006/relationships/image" Target="../media/image282.png"/><Relationship Id="rId104" Type="http://schemas.openxmlformats.org/officeDocument/2006/relationships/image" Target="../media/image292.png"/><Relationship Id="rId109" Type="http://schemas.openxmlformats.org/officeDocument/2006/relationships/image" Target="../media/image305.png"/><Relationship Id="rId108" Type="http://schemas.openxmlformats.org/officeDocument/2006/relationships/image" Target="../media/image288.png"/><Relationship Id="rId48" Type="http://schemas.openxmlformats.org/officeDocument/2006/relationships/image" Target="../media/image220.png"/><Relationship Id="rId47" Type="http://schemas.openxmlformats.org/officeDocument/2006/relationships/image" Target="../media/image236.png"/><Relationship Id="rId49" Type="http://schemas.openxmlformats.org/officeDocument/2006/relationships/image" Target="../media/image218.png"/><Relationship Id="rId103" Type="http://schemas.openxmlformats.org/officeDocument/2006/relationships/image" Target="../media/image280.png"/><Relationship Id="rId102" Type="http://schemas.openxmlformats.org/officeDocument/2006/relationships/image" Target="../media/image274.png"/><Relationship Id="rId101" Type="http://schemas.openxmlformats.org/officeDocument/2006/relationships/image" Target="../media/image287.png"/><Relationship Id="rId100" Type="http://schemas.openxmlformats.org/officeDocument/2006/relationships/image" Target="../media/image279.png"/><Relationship Id="rId31" Type="http://schemas.openxmlformats.org/officeDocument/2006/relationships/image" Target="../media/image219.png"/><Relationship Id="rId30" Type="http://schemas.openxmlformats.org/officeDocument/2006/relationships/image" Target="../media/image225.png"/><Relationship Id="rId33" Type="http://schemas.openxmlformats.org/officeDocument/2006/relationships/image" Target="../media/image203.png"/><Relationship Id="rId32" Type="http://schemas.openxmlformats.org/officeDocument/2006/relationships/image" Target="../media/image232.png"/><Relationship Id="rId35" Type="http://schemas.openxmlformats.org/officeDocument/2006/relationships/image" Target="../media/image210.png"/><Relationship Id="rId181" Type="http://schemas.openxmlformats.org/officeDocument/2006/relationships/image" Target="../media/image354.png"/><Relationship Id="rId34" Type="http://schemas.openxmlformats.org/officeDocument/2006/relationships/image" Target="../media/image233.png"/><Relationship Id="rId180" Type="http://schemas.openxmlformats.org/officeDocument/2006/relationships/image" Target="../media/image355.png"/><Relationship Id="rId37" Type="http://schemas.openxmlformats.org/officeDocument/2006/relationships/image" Target="../media/image205.png"/><Relationship Id="rId176" Type="http://schemas.openxmlformats.org/officeDocument/2006/relationships/image" Target="../media/image353.png"/><Relationship Id="rId36" Type="http://schemas.openxmlformats.org/officeDocument/2006/relationships/image" Target="../media/image208.png"/><Relationship Id="rId175" Type="http://schemas.openxmlformats.org/officeDocument/2006/relationships/image" Target="../media/image352.png"/><Relationship Id="rId39" Type="http://schemas.openxmlformats.org/officeDocument/2006/relationships/image" Target="../media/image239.png"/><Relationship Id="rId174" Type="http://schemas.openxmlformats.org/officeDocument/2006/relationships/image" Target="../media/image349.png"/><Relationship Id="rId38" Type="http://schemas.openxmlformats.org/officeDocument/2006/relationships/image" Target="../media/image211.png"/><Relationship Id="rId173" Type="http://schemas.openxmlformats.org/officeDocument/2006/relationships/image" Target="../media/image361.png"/><Relationship Id="rId179" Type="http://schemas.openxmlformats.org/officeDocument/2006/relationships/image" Target="../media/image357.png"/><Relationship Id="rId178" Type="http://schemas.openxmlformats.org/officeDocument/2006/relationships/image" Target="../media/image351.png"/><Relationship Id="rId177" Type="http://schemas.openxmlformats.org/officeDocument/2006/relationships/image" Target="../media/image356.png"/><Relationship Id="rId20" Type="http://schemas.openxmlformats.org/officeDocument/2006/relationships/image" Target="../media/image195.png"/><Relationship Id="rId22" Type="http://schemas.openxmlformats.org/officeDocument/2006/relationships/image" Target="../media/image200.png"/><Relationship Id="rId21" Type="http://schemas.openxmlformats.org/officeDocument/2006/relationships/image" Target="../media/image196.png"/><Relationship Id="rId24" Type="http://schemas.openxmlformats.org/officeDocument/2006/relationships/image" Target="../media/image267.png"/><Relationship Id="rId23" Type="http://schemas.openxmlformats.org/officeDocument/2006/relationships/image" Target="../media/image199.png"/><Relationship Id="rId129" Type="http://schemas.openxmlformats.org/officeDocument/2006/relationships/image" Target="../media/image306.png"/><Relationship Id="rId128" Type="http://schemas.openxmlformats.org/officeDocument/2006/relationships/image" Target="../media/image316.png"/><Relationship Id="rId127" Type="http://schemas.openxmlformats.org/officeDocument/2006/relationships/image" Target="../media/image359.png"/><Relationship Id="rId126" Type="http://schemas.openxmlformats.org/officeDocument/2006/relationships/image" Target="../media/image299.png"/><Relationship Id="rId26" Type="http://schemas.openxmlformats.org/officeDocument/2006/relationships/image" Target="../media/image206.png"/><Relationship Id="rId121" Type="http://schemas.openxmlformats.org/officeDocument/2006/relationships/image" Target="../media/image297.png"/><Relationship Id="rId25" Type="http://schemas.openxmlformats.org/officeDocument/2006/relationships/image" Target="../media/image201.png"/><Relationship Id="rId120" Type="http://schemas.openxmlformats.org/officeDocument/2006/relationships/image" Target="../media/image298.png"/><Relationship Id="rId28" Type="http://schemas.openxmlformats.org/officeDocument/2006/relationships/image" Target="../media/image212.png"/><Relationship Id="rId27" Type="http://schemas.openxmlformats.org/officeDocument/2006/relationships/image" Target="../media/image202.png"/><Relationship Id="rId125" Type="http://schemas.openxmlformats.org/officeDocument/2006/relationships/image" Target="../media/image304.png"/><Relationship Id="rId29" Type="http://schemas.openxmlformats.org/officeDocument/2006/relationships/image" Target="../media/image221.png"/><Relationship Id="rId124" Type="http://schemas.openxmlformats.org/officeDocument/2006/relationships/image" Target="../media/image300.png"/><Relationship Id="rId123" Type="http://schemas.openxmlformats.org/officeDocument/2006/relationships/image" Target="../media/image302.png"/><Relationship Id="rId122" Type="http://schemas.openxmlformats.org/officeDocument/2006/relationships/image" Target="../media/image303.png"/><Relationship Id="rId95" Type="http://schemas.openxmlformats.org/officeDocument/2006/relationships/image" Target="../media/image271.png"/><Relationship Id="rId94" Type="http://schemas.openxmlformats.org/officeDocument/2006/relationships/image" Target="../media/image273.png"/><Relationship Id="rId97" Type="http://schemas.openxmlformats.org/officeDocument/2006/relationships/image" Target="../media/image320.png"/><Relationship Id="rId96" Type="http://schemas.openxmlformats.org/officeDocument/2006/relationships/image" Target="../media/image286.png"/><Relationship Id="rId11" Type="http://schemas.openxmlformats.org/officeDocument/2006/relationships/image" Target="../media/image182.png"/><Relationship Id="rId99" Type="http://schemas.openxmlformats.org/officeDocument/2006/relationships/image" Target="../media/image314.png"/><Relationship Id="rId10" Type="http://schemas.openxmlformats.org/officeDocument/2006/relationships/image" Target="../media/image186.png"/><Relationship Id="rId98" Type="http://schemas.openxmlformats.org/officeDocument/2006/relationships/image" Target="../media/image275.png"/><Relationship Id="rId13" Type="http://schemas.openxmlformats.org/officeDocument/2006/relationships/image" Target="../media/image192.png"/><Relationship Id="rId12" Type="http://schemas.openxmlformats.org/officeDocument/2006/relationships/image" Target="../media/image194.png"/><Relationship Id="rId91" Type="http://schemas.openxmlformats.org/officeDocument/2006/relationships/image" Target="../media/image268.png"/><Relationship Id="rId90" Type="http://schemas.openxmlformats.org/officeDocument/2006/relationships/image" Target="../media/image266.png"/><Relationship Id="rId93" Type="http://schemas.openxmlformats.org/officeDocument/2006/relationships/image" Target="../media/image276.png"/><Relationship Id="rId92" Type="http://schemas.openxmlformats.org/officeDocument/2006/relationships/image" Target="../media/image272.png"/><Relationship Id="rId118" Type="http://schemas.openxmlformats.org/officeDocument/2006/relationships/image" Target="../media/image296.png"/><Relationship Id="rId117" Type="http://schemas.openxmlformats.org/officeDocument/2006/relationships/image" Target="../media/image295.png"/><Relationship Id="rId116" Type="http://schemas.openxmlformats.org/officeDocument/2006/relationships/image" Target="../media/image293.png"/><Relationship Id="rId115" Type="http://schemas.openxmlformats.org/officeDocument/2006/relationships/image" Target="../media/image283.png"/><Relationship Id="rId119" Type="http://schemas.openxmlformats.org/officeDocument/2006/relationships/image" Target="../media/image294.png"/><Relationship Id="rId15" Type="http://schemas.openxmlformats.org/officeDocument/2006/relationships/image" Target="../media/image188.png"/><Relationship Id="rId110" Type="http://schemas.openxmlformats.org/officeDocument/2006/relationships/image" Target="../media/image335.png"/><Relationship Id="rId14" Type="http://schemas.openxmlformats.org/officeDocument/2006/relationships/image" Target="../media/image209.png"/><Relationship Id="rId17" Type="http://schemas.openxmlformats.org/officeDocument/2006/relationships/image" Target="../media/image191.png"/><Relationship Id="rId16" Type="http://schemas.openxmlformats.org/officeDocument/2006/relationships/image" Target="../media/image249.png"/><Relationship Id="rId19" Type="http://schemas.openxmlformats.org/officeDocument/2006/relationships/image" Target="../media/image189.png"/><Relationship Id="rId114" Type="http://schemas.openxmlformats.org/officeDocument/2006/relationships/image" Target="../media/image289.png"/><Relationship Id="rId18" Type="http://schemas.openxmlformats.org/officeDocument/2006/relationships/image" Target="../media/image190.png"/><Relationship Id="rId113" Type="http://schemas.openxmlformats.org/officeDocument/2006/relationships/image" Target="../media/image290.png"/><Relationship Id="rId112" Type="http://schemas.openxmlformats.org/officeDocument/2006/relationships/image" Target="../media/image291.png"/><Relationship Id="rId111" Type="http://schemas.openxmlformats.org/officeDocument/2006/relationships/image" Target="../media/image285.png"/><Relationship Id="rId84" Type="http://schemas.openxmlformats.org/officeDocument/2006/relationships/image" Target="../media/image263.png"/><Relationship Id="rId83" Type="http://schemas.openxmlformats.org/officeDocument/2006/relationships/image" Target="../media/image258.png"/><Relationship Id="rId86" Type="http://schemas.openxmlformats.org/officeDocument/2006/relationships/image" Target="../media/image264.png"/><Relationship Id="rId85" Type="http://schemas.openxmlformats.org/officeDocument/2006/relationships/image" Target="../media/image262.png"/><Relationship Id="rId88" Type="http://schemas.openxmlformats.org/officeDocument/2006/relationships/image" Target="../media/image269.png"/><Relationship Id="rId150" Type="http://schemas.openxmlformats.org/officeDocument/2006/relationships/image" Target="../media/image325.png"/><Relationship Id="rId87" Type="http://schemas.openxmlformats.org/officeDocument/2006/relationships/image" Target="../media/image270.png"/><Relationship Id="rId89" Type="http://schemas.openxmlformats.org/officeDocument/2006/relationships/image" Target="../media/image281.png"/><Relationship Id="rId80" Type="http://schemas.openxmlformats.org/officeDocument/2006/relationships/image" Target="../media/image277.png"/><Relationship Id="rId82" Type="http://schemas.openxmlformats.org/officeDocument/2006/relationships/image" Target="../media/image255.png"/><Relationship Id="rId81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2.png"/><Relationship Id="rId3" Type="http://schemas.openxmlformats.org/officeDocument/2006/relationships/image" Target="../media/image181.png"/><Relationship Id="rId149" Type="http://schemas.openxmlformats.org/officeDocument/2006/relationships/image" Target="../media/image326.png"/><Relationship Id="rId4" Type="http://schemas.openxmlformats.org/officeDocument/2006/relationships/image" Target="../media/image185.png"/><Relationship Id="rId148" Type="http://schemas.openxmlformats.org/officeDocument/2006/relationships/image" Target="../media/image329.png"/><Relationship Id="rId9" Type="http://schemas.openxmlformats.org/officeDocument/2006/relationships/image" Target="../media/image198.png"/><Relationship Id="rId143" Type="http://schemas.openxmlformats.org/officeDocument/2006/relationships/image" Target="../media/image321.png"/><Relationship Id="rId142" Type="http://schemas.openxmlformats.org/officeDocument/2006/relationships/image" Target="../media/image315.png"/><Relationship Id="rId141" Type="http://schemas.openxmlformats.org/officeDocument/2006/relationships/image" Target="../media/image310.png"/><Relationship Id="rId140" Type="http://schemas.openxmlformats.org/officeDocument/2006/relationships/image" Target="../media/image313.png"/><Relationship Id="rId5" Type="http://schemas.openxmlformats.org/officeDocument/2006/relationships/image" Target="../media/image180.png"/><Relationship Id="rId147" Type="http://schemas.openxmlformats.org/officeDocument/2006/relationships/image" Target="../media/image323.png"/><Relationship Id="rId6" Type="http://schemas.openxmlformats.org/officeDocument/2006/relationships/image" Target="../media/image183.png"/><Relationship Id="rId146" Type="http://schemas.openxmlformats.org/officeDocument/2006/relationships/image" Target="../media/image317.png"/><Relationship Id="rId7" Type="http://schemas.openxmlformats.org/officeDocument/2006/relationships/image" Target="../media/image187.png"/><Relationship Id="rId145" Type="http://schemas.openxmlformats.org/officeDocument/2006/relationships/image" Target="../media/image312.png"/><Relationship Id="rId8" Type="http://schemas.openxmlformats.org/officeDocument/2006/relationships/image" Target="../media/image179.png"/><Relationship Id="rId144" Type="http://schemas.openxmlformats.org/officeDocument/2006/relationships/image" Target="../media/image318.png"/><Relationship Id="rId73" Type="http://schemas.openxmlformats.org/officeDocument/2006/relationships/image" Target="../media/image252.png"/><Relationship Id="rId72" Type="http://schemas.openxmlformats.org/officeDocument/2006/relationships/image" Target="../media/image250.png"/><Relationship Id="rId75" Type="http://schemas.openxmlformats.org/officeDocument/2006/relationships/image" Target="../media/image251.png"/><Relationship Id="rId74" Type="http://schemas.openxmlformats.org/officeDocument/2006/relationships/image" Target="../media/image257.png"/><Relationship Id="rId77" Type="http://schemas.openxmlformats.org/officeDocument/2006/relationships/image" Target="../media/image259.png"/><Relationship Id="rId76" Type="http://schemas.openxmlformats.org/officeDocument/2006/relationships/image" Target="../media/image254.png"/><Relationship Id="rId79" Type="http://schemas.openxmlformats.org/officeDocument/2006/relationships/image" Target="../media/image261.png"/><Relationship Id="rId78" Type="http://schemas.openxmlformats.org/officeDocument/2006/relationships/image" Target="../media/image256.png"/><Relationship Id="rId71" Type="http://schemas.openxmlformats.org/officeDocument/2006/relationships/image" Target="../media/image260.png"/><Relationship Id="rId70" Type="http://schemas.openxmlformats.org/officeDocument/2006/relationships/image" Target="../media/image265.png"/><Relationship Id="rId139" Type="http://schemas.openxmlformats.org/officeDocument/2006/relationships/image" Target="../media/image341.png"/><Relationship Id="rId138" Type="http://schemas.openxmlformats.org/officeDocument/2006/relationships/image" Target="../media/image311.png"/><Relationship Id="rId137" Type="http://schemas.openxmlformats.org/officeDocument/2006/relationships/image" Target="../media/image319.png"/><Relationship Id="rId132" Type="http://schemas.openxmlformats.org/officeDocument/2006/relationships/image" Target="../media/image324.png"/><Relationship Id="rId131" Type="http://schemas.openxmlformats.org/officeDocument/2006/relationships/image" Target="../media/image308.png"/><Relationship Id="rId130" Type="http://schemas.openxmlformats.org/officeDocument/2006/relationships/image" Target="../media/image301.png"/><Relationship Id="rId136" Type="http://schemas.openxmlformats.org/officeDocument/2006/relationships/image" Target="../media/image309.png"/><Relationship Id="rId135" Type="http://schemas.openxmlformats.org/officeDocument/2006/relationships/image" Target="../media/image322.png"/><Relationship Id="rId134" Type="http://schemas.openxmlformats.org/officeDocument/2006/relationships/image" Target="../media/image307.png"/><Relationship Id="rId133" Type="http://schemas.openxmlformats.org/officeDocument/2006/relationships/image" Target="../media/image337.png"/><Relationship Id="rId62" Type="http://schemas.openxmlformats.org/officeDocument/2006/relationships/image" Target="../media/image247.png"/><Relationship Id="rId61" Type="http://schemas.openxmlformats.org/officeDocument/2006/relationships/image" Target="../media/image240.png"/><Relationship Id="rId64" Type="http://schemas.openxmlformats.org/officeDocument/2006/relationships/image" Target="../media/image246.png"/><Relationship Id="rId63" Type="http://schemas.openxmlformats.org/officeDocument/2006/relationships/image" Target="../media/image238.png"/><Relationship Id="rId66" Type="http://schemas.openxmlformats.org/officeDocument/2006/relationships/image" Target="../media/image244.png"/><Relationship Id="rId172" Type="http://schemas.openxmlformats.org/officeDocument/2006/relationships/image" Target="../media/image344.png"/><Relationship Id="rId65" Type="http://schemas.openxmlformats.org/officeDocument/2006/relationships/image" Target="../media/image242.png"/><Relationship Id="rId171" Type="http://schemas.openxmlformats.org/officeDocument/2006/relationships/image" Target="../media/image348.png"/><Relationship Id="rId68" Type="http://schemas.openxmlformats.org/officeDocument/2006/relationships/image" Target="../media/image248.png"/><Relationship Id="rId170" Type="http://schemas.openxmlformats.org/officeDocument/2006/relationships/image" Target="../media/image362.png"/><Relationship Id="rId67" Type="http://schemas.openxmlformats.org/officeDocument/2006/relationships/image" Target="../media/image245.png"/><Relationship Id="rId60" Type="http://schemas.openxmlformats.org/officeDocument/2006/relationships/image" Target="../media/image235.png"/><Relationship Id="rId165" Type="http://schemas.openxmlformats.org/officeDocument/2006/relationships/image" Target="../media/image347.png"/><Relationship Id="rId69" Type="http://schemas.openxmlformats.org/officeDocument/2006/relationships/image" Target="../media/image243.png"/><Relationship Id="rId164" Type="http://schemas.openxmlformats.org/officeDocument/2006/relationships/image" Target="../media/image340.png"/><Relationship Id="rId163" Type="http://schemas.openxmlformats.org/officeDocument/2006/relationships/image" Target="../media/image338.png"/><Relationship Id="rId162" Type="http://schemas.openxmlformats.org/officeDocument/2006/relationships/image" Target="../media/image342.png"/><Relationship Id="rId169" Type="http://schemas.openxmlformats.org/officeDocument/2006/relationships/image" Target="../media/image350.png"/><Relationship Id="rId168" Type="http://schemas.openxmlformats.org/officeDocument/2006/relationships/image" Target="../media/image358.png"/><Relationship Id="rId167" Type="http://schemas.openxmlformats.org/officeDocument/2006/relationships/image" Target="../media/image346.png"/><Relationship Id="rId166" Type="http://schemas.openxmlformats.org/officeDocument/2006/relationships/image" Target="../media/image343.png"/><Relationship Id="rId51" Type="http://schemas.openxmlformats.org/officeDocument/2006/relationships/image" Target="../media/image223.png"/><Relationship Id="rId50" Type="http://schemas.openxmlformats.org/officeDocument/2006/relationships/image" Target="../media/image222.png"/><Relationship Id="rId53" Type="http://schemas.openxmlformats.org/officeDocument/2006/relationships/image" Target="../media/image226.png"/><Relationship Id="rId52" Type="http://schemas.openxmlformats.org/officeDocument/2006/relationships/image" Target="../media/image228.png"/><Relationship Id="rId55" Type="http://schemas.openxmlformats.org/officeDocument/2006/relationships/image" Target="../media/image227.png"/><Relationship Id="rId161" Type="http://schemas.openxmlformats.org/officeDocument/2006/relationships/image" Target="../media/image345.png"/><Relationship Id="rId54" Type="http://schemas.openxmlformats.org/officeDocument/2006/relationships/image" Target="../media/image224.png"/><Relationship Id="rId160" Type="http://schemas.openxmlformats.org/officeDocument/2006/relationships/image" Target="../media/image332.png"/><Relationship Id="rId57" Type="http://schemas.openxmlformats.org/officeDocument/2006/relationships/image" Target="../media/image231.png"/><Relationship Id="rId56" Type="http://schemas.openxmlformats.org/officeDocument/2006/relationships/image" Target="../media/image229.png"/><Relationship Id="rId159" Type="http://schemas.openxmlformats.org/officeDocument/2006/relationships/image" Target="../media/image360.png"/><Relationship Id="rId59" Type="http://schemas.openxmlformats.org/officeDocument/2006/relationships/image" Target="../media/image237.png"/><Relationship Id="rId154" Type="http://schemas.openxmlformats.org/officeDocument/2006/relationships/image" Target="../media/image331.png"/><Relationship Id="rId58" Type="http://schemas.openxmlformats.org/officeDocument/2006/relationships/image" Target="../media/image230.png"/><Relationship Id="rId153" Type="http://schemas.openxmlformats.org/officeDocument/2006/relationships/image" Target="../media/image339.png"/><Relationship Id="rId152" Type="http://schemas.openxmlformats.org/officeDocument/2006/relationships/image" Target="../media/image330.png"/><Relationship Id="rId151" Type="http://schemas.openxmlformats.org/officeDocument/2006/relationships/image" Target="../media/image327.png"/><Relationship Id="rId158" Type="http://schemas.openxmlformats.org/officeDocument/2006/relationships/image" Target="../media/image328.png"/><Relationship Id="rId157" Type="http://schemas.openxmlformats.org/officeDocument/2006/relationships/image" Target="../media/image336.png"/><Relationship Id="rId156" Type="http://schemas.openxmlformats.org/officeDocument/2006/relationships/image" Target="../media/image334.png"/><Relationship Id="rId155" Type="http://schemas.openxmlformats.org/officeDocument/2006/relationships/image" Target="../media/image33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ver Photo" showMasterSp="0">
  <p:cSld name="2-Cover Phot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9"/>
          <p:cNvPicPr preferRelativeResize="0"/>
          <p:nvPr/>
        </p:nvPicPr>
        <p:blipFill rotWithShape="1">
          <a:blip r:embed="rId2">
            <a:alphaModFix/>
          </a:blip>
          <a:srcRect b="9936" l="0" r="0" t="9936"/>
          <a:stretch/>
        </p:blipFill>
        <p:spPr>
          <a:xfrm>
            <a:off x="1" y="1360448"/>
            <a:ext cx="12197388" cy="549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/>
          <p:nvPr/>
        </p:nvSpPr>
        <p:spPr>
          <a:xfrm>
            <a:off x="0" y="1355369"/>
            <a:ext cx="12192000" cy="550771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0" y="0"/>
            <a:ext cx="12192000" cy="13604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clipart&#10;&#10;Description automatically generated" id="25" name="Google Shape;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5104" y="296795"/>
            <a:ext cx="3121793" cy="73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9"/>
          <p:cNvSpPr txBox="1"/>
          <p:nvPr>
            <p:ph type="title"/>
          </p:nvPr>
        </p:nvSpPr>
        <p:spPr>
          <a:xfrm>
            <a:off x="914400" y="4686025"/>
            <a:ext cx="10363200" cy="609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902070" y="5491998"/>
            <a:ext cx="10363200" cy="51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b="0" i="0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2pPr>
            <a:lvl3pPr indent="-355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3pPr>
            <a:lvl4pPr indent="-355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4pPr>
            <a:lvl5pPr indent="-355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-3783" y="0"/>
            <a:ext cx="4654220" cy="6475225"/>
          </a:xfrm>
          <a:prstGeom prst="rect">
            <a:avLst/>
          </a:prstGeom>
          <a:solidFill>
            <a:srgbClr val="3089F7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 txBox="1"/>
          <p:nvPr>
            <p:ph type="title"/>
          </p:nvPr>
        </p:nvSpPr>
        <p:spPr>
          <a:xfrm>
            <a:off x="329851" y="203200"/>
            <a:ext cx="4008469" cy="6090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5074571" y="203200"/>
            <a:ext cx="6660229" cy="6090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0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0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91440" y="1442719"/>
            <a:ext cx="5766149" cy="3830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Char char="•"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None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/>
          <p:nvPr/>
        </p:nvSpPr>
        <p:spPr>
          <a:xfrm>
            <a:off x="0" y="1"/>
            <a:ext cx="12192000" cy="99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1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1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1664208" y="6080760"/>
            <a:ext cx="8869680" cy="320040"/>
          </a:xfrm>
          <a:prstGeom prst="rect">
            <a:avLst/>
          </a:prstGeom>
          <a:solidFill>
            <a:srgbClr val="3089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None/>
              <a:defRPr sz="2000"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type="title"/>
          </p:nvPr>
        </p:nvSpPr>
        <p:spPr>
          <a:xfrm>
            <a:off x="91440" y="91440"/>
            <a:ext cx="115305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92074" y="502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843567" y="2715321"/>
            <a:ext cx="1130710" cy="1130710"/>
          </a:xfrm>
          <a:prstGeom prst="rect">
            <a:avLst/>
          </a:prstGeom>
          <a:solidFill>
            <a:srgbClr val="00000C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2085642" y="2715321"/>
            <a:ext cx="1130710" cy="1130710"/>
          </a:xfrm>
          <a:prstGeom prst="rect">
            <a:avLst/>
          </a:prstGeom>
          <a:solidFill>
            <a:srgbClr val="2F89F7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3599924" y="2715321"/>
            <a:ext cx="1130710" cy="1130710"/>
          </a:xfrm>
          <a:prstGeom prst="rect">
            <a:avLst/>
          </a:prstGeom>
          <a:solidFill>
            <a:srgbClr val="213869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4841999" y="2715321"/>
            <a:ext cx="1130710" cy="1130710"/>
          </a:xfrm>
          <a:prstGeom prst="rect">
            <a:avLst/>
          </a:prstGeom>
          <a:solidFill>
            <a:srgbClr val="898B8E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6323573" y="2715321"/>
            <a:ext cx="1130710" cy="1130710"/>
          </a:xfrm>
          <a:prstGeom prst="rect">
            <a:avLst/>
          </a:prstGeom>
          <a:solidFill>
            <a:srgbClr val="E0EDFD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7565648" y="2715321"/>
            <a:ext cx="1130710" cy="113071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9048880" y="2715321"/>
            <a:ext cx="1130710" cy="1130710"/>
          </a:xfrm>
          <a:prstGeom prst="rect">
            <a:avLst/>
          </a:prstGeom>
          <a:solidFill>
            <a:srgbClr val="00B55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10290956" y="2715321"/>
            <a:ext cx="1130710" cy="1130710"/>
          </a:xfrm>
          <a:prstGeom prst="rect">
            <a:avLst/>
          </a:prstGeom>
          <a:solidFill>
            <a:srgbClr val="FABB3C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 txBox="1"/>
          <p:nvPr/>
        </p:nvSpPr>
        <p:spPr>
          <a:xfrm>
            <a:off x="832330" y="3984526"/>
            <a:ext cx="23839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/>
          </a:p>
        </p:txBody>
      </p:sp>
      <p:sp>
        <p:nvSpPr>
          <p:cNvPr id="60" name="Google Shape;60;p12"/>
          <p:cNvSpPr txBox="1"/>
          <p:nvPr/>
        </p:nvSpPr>
        <p:spPr>
          <a:xfrm>
            <a:off x="3575594" y="3984526"/>
            <a:ext cx="23839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SECONDARY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318808" y="3984526"/>
            <a:ext cx="23839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TINTS</a:t>
            </a:r>
            <a:endParaRPr/>
          </a:p>
        </p:txBody>
      </p:sp>
      <p:sp>
        <p:nvSpPr>
          <p:cNvPr id="62" name="Google Shape;62;p12"/>
          <p:cNvSpPr txBox="1"/>
          <p:nvPr/>
        </p:nvSpPr>
        <p:spPr>
          <a:xfrm>
            <a:off x="9031022" y="3984526"/>
            <a:ext cx="23839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63" name="Google Shape;63;p12"/>
          <p:cNvSpPr txBox="1"/>
          <p:nvPr/>
        </p:nvSpPr>
        <p:spPr>
          <a:xfrm>
            <a:off x="600366" y="574039"/>
            <a:ext cx="10443553" cy="1287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This is the BG color palette.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If additional colors are required in your presentation (for example, a chart), please choose modern, complementary colors.</a:t>
            </a:r>
            <a:endParaRPr/>
          </a:p>
        </p:txBody>
      </p:sp>
      <p:sp>
        <p:nvSpPr>
          <p:cNvPr id="64" name="Google Shape;64;p12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2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4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Black">
  <p:cSld name="Divider-Blac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0" y="0"/>
            <a:ext cx="12192000" cy="6469457"/>
          </a:xfrm>
          <a:prstGeom prst="rect">
            <a:avLst/>
          </a:prstGeom>
          <a:solidFill>
            <a:srgbClr val="0000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 txBox="1"/>
          <p:nvPr>
            <p:ph type="title"/>
          </p:nvPr>
        </p:nvSpPr>
        <p:spPr>
          <a:xfrm>
            <a:off x="329851" y="406832"/>
            <a:ext cx="11518538" cy="5646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5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rgbClr val="0F2233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C41B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01358" y="2883727"/>
            <a:ext cx="109913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601358" y="5456540"/>
            <a:ext cx="109913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www.berkshiregrey.com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6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91440" y="1442719"/>
            <a:ext cx="11404949" cy="3830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Char char="•"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None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0" y="1"/>
            <a:ext cx="12192000" cy="99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1664208" y="6080760"/>
            <a:ext cx="8869680" cy="320040"/>
          </a:xfrm>
          <a:prstGeom prst="rect">
            <a:avLst/>
          </a:prstGeom>
          <a:solidFill>
            <a:srgbClr val="3089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None/>
              <a:defRPr sz="2000"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type="title"/>
          </p:nvPr>
        </p:nvSpPr>
        <p:spPr>
          <a:xfrm>
            <a:off x="91440" y="91440"/>
            <a:ext cx="115305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6" name="Google Shape;96;p16"/>
          <p:cNvSpPr txBox="1"/>
          <p:nvPr>
            <p:ph idx="3" type="body"/>
          </p:nvPr>
        </p:nvSpPr>
        <p:spPr>
          <a:xfrm>
            <a:off x="92074" y="502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7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91440" y="1442719"/>
            <a:ext cx="11404949" cy="3830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Char char="•"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None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7"/>
          <p:cNvSpPr/>
          <p:nvPr/>
        </p:nvSpPr>
        <p:spPr>
          <a:xfrm>
            <a:off x="0" y="1"/>
            <a:ext cx="12192000" cy="99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7"/>
          <p:cNvSpPr txBox="1"/>
          <p:nvPr>
            <p:ph idx="2" type="body"/>
          </p:nvPr>
        </p:nvSpPr>
        <p:spPr>
          <a:xfrm>
            <a:off x="1664208" y="5852160"/>
            <a:ext cx="8869680" cy="548640"/>
          </a:xfrm>
          <a:prstGeom prst="rect">
            <a:avLst/>
          </a:prstGeom>
          <a:solidFill>
            <a:srgbClr val="3089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None/>
              <a:defRPr sz="2000"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91440" y="91440"/>
            <a:ext cx="115305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8" name="Google Shape;108;p17"/>
          <p:cNvSpPr txBox="1"/>
          <p:nvPr>
            <p:ph idx="3" type="body"/>
          </p:nvPr>
        </p:nvSpPr>
        <p:spPr>
          <a:xfrm>
            <a:off x="92074" y="502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8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rgbClr val="0F2233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C41B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Cover Photo" showMasterSp="0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 rotWithShape="1">
          <a:blip r:embed="rId2">
            <a:alphaModFix/>
          </a:blip>
          <a:srcRect b="8384" l="16006" r="0" t="24389"/>
          <a:stretch/>
        </p:blipFill>
        <p:spPr>
          <a:xfrm>
            <a:off x="0" y="1360448"/>
            <a:ext cx="12208022" cy="549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24033" y="1366002"/>
            <a:ext cx="12192000" cy="5507710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0" y="0"/>
            <a:ext cx="12192000" cy="13604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clipart&#10;&#10;Description automatically generated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5104" y="296795"/>
            <a:ext cx="3121793" cy="73980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type="title"/>
          </p:nvPr>
        </p:nvSpPr>
        <p:spPr>
          <a:xfrm>
            <a:off x="914400" y="4686025"/>
            <a:ext cx="10363200" cy="609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902070" y="5491998"/>
            <a:ext cx="10363200" cy="51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b="0" i="0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2pPr>
            <a:lvl3pPr indent="-355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3pPr>
            <a:lvl4pPr indent="-355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4pPr>
            <a:lvl5pPr indent="-355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Cover White" showMasterSp="0">
  <p:cSld name="4-Cover Whit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0" y="5497551"/>
            <a:ext cx="12192000" cy="13604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clipart&#10;&#10;Description automatically generated" id="120" name="Google Shape;12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35104" y="5794346"/>
            <a:ext cx="3121793" cy="73980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>
            <p:ph type="title"/>
          </p:nvPr>
        </p:nvSpPr>
        <p:spPr>
          <a:xfrm>
            <a:off x="914400" y="2599847"/>
            <a:ext cx="1036320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902070" y="3450280"/>
            <a:ext cx="10363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2pPr>
            <a:lvl3pPr indent="-355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3pPr>
            <a:lvl4pPr indent="-355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4pPr>
            <a:lvl5pPr indent="-355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defRPr sz="20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Divider Photo" showMasterSp="0">
  <p:cSld name="1-Divider Photo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914400" y="613064"/>
            <a:ext cx="10363200" cy="563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-Divider Photo" showMasterSp="0">
  <p:cSld name="7-Divider Photo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 rotWithShape="1">
          <a:blip r:embed="rId2">
            <a:alphaModFix/>
          </a:blip>
          <a:srcRect b="13008" l="0" r="0" t="4065"/>
          <a:stretch/>
        </p:blipFill>
        <p:spPr>
          <a:xfrm>
            <a:off x="-10160" y="0"/>
            <a:ext cx="12177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/>
          <p:nvPr/>
        </p:nvSpPr>
        <p:spPr>
          <a:xfrm>
            <a:off x="-10160" y="1"/>
            <a:ext cx="12192000" cy="685799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 txBox="1"/>
          <p:nvPr>
            <p:ph type="title"/>
          </p:nvPr>
        </p:nvSpPr>
        <p:spPr>
          <a:xfrm>
            <a:off x="914400" y="613064"/>
            <a:ext cx="10363200" cy="563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Divider Photo" showMasterSp="0">
  <p:cSld name="2-Divider Photo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82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/>
          <p:nvPr/>
        </p:nvSpPr>
        <p:spPr>
          <a:xfrm>
            <a:off x="0" y="-2"/>
            <a:ext cx="12192000" cy="685799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 txBox="1"/>
          <p:nvPr>
            <p:ph type="title"/>
          </p:nvPr>
        </p:nvSpPr>
        <p:spPr>
          <a:xfrm>
            <a:off x="914400" y="613064"/>
            <a:ext cx="10363200" cy="563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-Divider Photo" showMasterSp="0">
  <p:cSld name="5-Divider Photo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9395"/>
            <a:ext cx="12191998" cy="68392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 txBox="1"/>
          <p:nvPr>
            <p:ph type="title"/>
          </p:nvPr>
        </p:nvSpPr>
        <p:spPr>
          <a:xfrm>
            <a:off x="914400" y="613064"/>
            <a:ext cx="10363200" cy="563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-Divider Photo" showMasterSp="0">
  <p:cSld name="6-Divider Photo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 rotWithShape="1">
          <a:blip r:embed="rId2">
            <a:alphaModFix/>
          </a:blip>
          <a:srcRect b="5103" l="0" r="0" t="18193"/>
          <a:stretch/>
        </p:blipFill>
        <p:spPr>
          <a:xfrm>
            <a:off x="-1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/>
          <p:nvPr/>
        </p:nvSpPr>
        <p:spPr>
          <a:xfrm>
            <a:off x="-3" y="1"/>
            <a:ext cx="12192000" cy="685799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914400" y="613064"/>
            <a:ext cx="10363200" cy="563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6-Divider Photo" showMasterSp="0">
  <p:cSld name="1_6-Divider Photo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 rotWithShape="1">
          <a:blip r:embed="rId2">
            <a:alphaModFix/>
          </a:blip>
          <a:srcRect b="6512" l="14627" r="4179" t="25319"/>
          <a:stretch/>
        </p:blipFill>
        <p:spPr>
          <a:xfrm>
            <a:off x="-1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914400" y="613064"/>
            <a:ext cx="10363200" cy="563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1_Picture 9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126723" y="242717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/>
          </a:p>
        </p:txBody>
      </p:sp>
      <p:pic>
        <p:nvPicPr>
          <p:cNvPr descr="A blue line drawing of a square with a letter a and a circuit board&#10;&#10;Description automatically generated" id="149" name="Google Shape;14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5684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black brain&#10;&#10;Description automatically generated" id="150" name="Google Shape;1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374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black brain and gear&#10;&#10;Description automatically generated" id="151" name="Google Shape;15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064" y="569292"/>
            <a:ext cx="32532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ine drawing of a cloud&#10;&#10;Description automatically generated" id="152" name="Google Shape;15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0328" y="569292"/>
            <a:ext cx="30639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ine art of a brain&#10;&#10;Description automatically generated" id="153" name="Google Shape;15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88660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outline of a brain&#10;&#10;Description automatically generated" id="154" name="Google Shape;15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02350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black brain with circles and dots&#10;&#10;Description automatically generated" id="155" name="Google Shape;155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16040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ine art of a gear with a brain inside&#10;&#10;Description automatically generated" id="156" name="Google Shape;15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29730" y="569292"/>
            <a:ext cx="26868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circle with black background&#10;&#10;Description automatically generated" id="157" name="Google Shape;157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10351" y="569292"/>
            <a:ext cx="56414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ine art of a graduation cap&#10;&#10;Description automatically generated" id="158" name="Google Shape;158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86433" y="569292"/>
            <a:ext cx="28215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eye with a black background&#10;&#10;Description automatically generated" id="159" name="Google Shape;159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80530" y="569292"/>
            <a:ext cx="34132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/>
          <p:nvPr/>
        </p:nvSpPr>
        <p:spPr>
          <a:xfrm>
            <a:off x="5331823" y="242717"/>
            <a:ext cx="187745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410785" y="569292"/>
            <a:ext cx="30646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01907" y="569292"/>
            <a:ext cx="29260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179169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65576" y="569292"/>
            <a:ext cx="34778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947213" y="569292"/>
            <a:ext cx="35661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439284" y="569292"/>
            <a:ext cx="32776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851701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8540556" y="242717"/>
            <a:ext cx="187745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eCommerce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680445" y="569292"/>
            <a:ext cx="16898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970127" y="569292"/>
            <a:ext cx="16718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258015" y="569292"/>
            <a:ext cx="36502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743741" y="569292"/>
            <a:ext cx="27823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142681" y="569292"/>
            <a:ext cx="26726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0530649" y="569292"/>
            <a:ext cx="33143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0982784" y="56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1405241" y="569292"/>
            <a:ext cx="35289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126723" y="1171031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Grocery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05685" y="1500710"/>
            <a:ext cx="34410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658378" y="1500710"/>
            <a:ext cx="18700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53969" y="1500710"/>
            <a:ext cx="39605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458609" y="1500710"/>
            <a:ext cx="29703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864235" y="1500710"/>
            <a:ext cx="30670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279524" y="1500710"/>
            <a:ext cx="16248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2893686" y="1157117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</a:t>
            </a:r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989363" y="150071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3375431" y="1500710"/>
            <a:ext cx="30397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3763726" y="1500710"/>
            <a:ext cx="34266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4190709" y="150071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576777" y="1500710"/>
            <a:ext cx="32648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4987579" y="150071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5373647" y="1500710"/>
            <a:ext cx="31252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5770492" y="1500710"/>
            <a:ext cx="36118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6215995" y="1500710"/>
            <a:ext cx="31432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6614635" y="1500710"/>
            <a:ext cx="30612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7005077" y="150071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7391145" y="1500710"/>
            <a:ext cx="34555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7821016" y="150071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8207084" y="150071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8593152" y="1500710"/>
            <a:ext cx="25060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8928075" y="1500710"/>
            <a:ext cx="25060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9262997" y="1500710"/>
            <a:ext cx="57904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9926355" y="150071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10312423" y="1500710"/>
            <a:ext cx="28640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10683156" y="1500710"/>
            <a:ext cx="50749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/>
        </p:nvSpPr>
        <p:spPr>
          <a:xfrm>
            <a:off x="126723" y="2099345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</a:t>
            </a:r>
            <a:endParaRPr/>
          </a:p>
        </p:txBody>
      </p:sp>
      <p:pic>
        <p:nvPicPr>
          <p:cNvPr id="206" name="Google Shape;206;p27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270369" y="2411052"/>
            <a:ext cx="18021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569529" y="2411052"/>
            <a:ext cx="27346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961942" y="2411052"/>
            <a:ext cx="293810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1677227" y="2091395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endParaRPr/>
          </a:p>
        </p:txBody>
      </p:sp>
      <p:pic>
        <p:nvPicPr>
          <p:cNvPr id="210" name="Google Shape;210;p27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1820873" y="2411052"/>
            <a:ext cx="26505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2158768" y="2411052"/>
            <a:ext cx="31924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2550856" y="2411052"/>
            <a:ext cx="26998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2893686" y="2411052"/>
            <a:ext cx="34612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3312656" y="2411052"/>
            <a:ext cx="26737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3652872" y="2411052"/>
            <a:ext cx="26737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3993089" y="2411052"/>
            <a:ext cx="28136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4347294" y="2411052"/>
            <a:ext cx="32361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4743753" y="2411052"/>
            <a:ext cx="34486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5161456" y="241105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536050" y="241105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910644" y="241105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6285238" y="241105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6659832" y="241105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7034426" y="2411052"/>
            <a:ext cx="39050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 rotWithShape="1">
          <a:blip r:embed="rId72">
            <a:alphaModFix/>
          </a:blip>
          <a:srcRect b="0" l="0" r="0" t="0"/>
          <a:stretch/>
        </p:blipFill>
        <p:spPr>
          <a:xfrm>
            <a:off x="7497772" y="2411052"/>
            <a:ext cx="34399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 rotWithShape="1">
          <a:blip r:embed="rId73">
            <a:alphaModFix/>
          </a:blip>
          <a:srcRect b="0" l="0" r="0" t="0"/>
          <a:stretch/>
        </p:blipFill>
        <p:spPr>
          <a:xfrm>
            <a:off x="7914611" y="2411052"/>
            <a:ext cx="36595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 rotWithShape="1">
          <a:blip r:embed="rId74">
            <a:alphaModFix/>
          </a:blip>
          <a:srcRect b="0" l="0" r="0" t="0"/>
          <a:stretch/>
        </p:blipFill>
        <p:spPr>
          <a:xfrm>
            <a:off x="8353405" y="2411052"/>
            <a:ext cx="33076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9057677" y="2093609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Labor</a:t>
            </a:r>
            <a:endParaRPr/>
          </a:p>
        </p:txBody>
      </p:sp>
      <p:pic>
        <p:nvPicPr>
          <p:cNvPr id="229" name="Google Shape;229;p27"/>
          <p:cNvPicPr preferRelativeResize="0"/>
          <p:nvPr/>
        </p:nvPicPr>
        <p:blipFill rotWithShape="1">
          <a:blip r:embed="rId75">
            <a:alphaModFix/>
          </a:blip>
          <a:srcRect b="0" l="0" r="0" t="0"/>
          <a:stretch/>
        </p:blipFill>
        <p:spPr>
          <a:xfrm>
            <a:off x="9167561" y="241105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 rotWithShape="1">
          <a:blip r:embed="rId76">
            <a:alphaModFix/>
          </a:blip>
          <a:srcRect b="0" l="0" r="0" t="0"/>
          <a:stretch/>
        </p:blipFill>
        <p:spPr>
          <a:xfrm>
            <a:off x="9612953" y="2411052"/>
            <a:ext cx="40736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 rotWithShape="1">
          <a:blip r:embed="rId77">
            <a:alphaModFix/>
          </a:blip>
          <a:srcRect b="0" l="0" r="0" t="0"/>
          <a:stretch/>
        </p:blipFill>
        <p:spPr>
          <a:xfrm>
            <a:off x="10163961" y="2411052"/>
            <a:ext cx="26151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 rotWithShape="1">
          <a:blip r:embed="rId78">
            <a:alphaModFix/>
          </a:blip>
          <a:srcRect b="0" l="0" r="0" t="0"/>
          <a:stretch/>
        </p:blipFill>
        <p:spPr>
          <a:xfrm>
            <a:off x="10569119" y="2411052"/>
            <a:ext cx="25997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 rotWithShape="1">
          <a:blip r:embed="rId79">
            <a:alphaModFix/>
          </a:blip>
          <a:srcRect b="0" l="0" r="0" t="0"/>
          <a:stretch/>
        </p:blipFill>
        <p:spPr>
          <a:xfrm>
            <a:off x="10972730" y="2411052"/>
            <a:ext cx="30661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 rotWithShape="1">
          <a:blip r:embed="rId80">
            <a:alphaModFix/>
          </a:blip>
          <a:srcRect b="0" l="0" r="0" t="0"/>
          <a:stretch/>
        </p:blipFill>
        <p:spPr>
          <a:xfrm>
            <a:off x="11422991" y="2411052"/>
            <a:ext cx="431920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/>
          <p:nvPr/>
        </p:nvSpPr>
        <p:spPr>
          <a:xfrm>
            <a:off x="126723" y="3057476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Money</a:t>
            </a:r>
            <a:endParaRPr/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81">
            <a:alphaModFix/>
          </a:blip>
          <a:srcRect b="0" l="0" r="0" t="0"/>
          <a:stretch/>
        </p:blipFill>
        <p:spPr>
          <a:xfrm>
            <a:off x="270369" y="3417370"/>
            <a:ext cx="36210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/>
          <p:cNvPicPr preferRelativeResize="0"/>
          <p:nvPr/>
        </p:nvPicPr>
        <p:blipFill rotWithShape="1">
          <a:blip r:embed="rId82">
            <a:alphaModFix/>
          </a:blip>
          <a:srcRect b="0" l="0" r="0" t="0"/>
          <a:stretch/>
        </p:blipFill>
        <p:spPr>
          <a:xfrm>
            <a:off x="707237" y="3417370"/>
            <a:ext cx="44577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7"/>
          <p:cNvPicPr preferRelativeResize="0"/>
          <p:nvPr/>
        </p:nvPicPr>
        <p:blipFill rotWithShape="1">
          <a:blip r:embed="rId83">
            <a:alphaModFix/>
          </a:blip>
          <a:srcRect b="0" l="0" r="0" t="0"/>
          <a:stretch/>
        </p:blipFill>
        <p:spPr>
          <a:xfrm>
            <a:off x="1227775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7"/>
          <p:cNvPicPr preferRelativeResize="0"/>
          <p:nvPr/>
        </p:nvPicPr>
        <p:blipFill rotWithShape="1">
          <a:blip r:embed="rId84">
            <a:alphaModFix/>
          </a:blip>
          <a:srcRect b="0" l="0" r="0" t="0"/>
          <a:stretch/>
        </p:blipFill>
        <p:spPr>
          <a:xfrm>
            <a:off x="1604292" y="3417370"/>
            <a:ext cx="28823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/>
          <p:cNvPicPr preferRelativeResize="0"/>
          <p:nvPr/>
        </p:nvPicPr>
        <p:blipFill rotWithShape="1">
          <a:blip r:embed="rId85">
            <a:alphaModFix/>
          </a:blip>
          <a:srcRect b="0" l="0" r="0" t="0"/>
          <a:stretch/>
        </p:blipFill>
        <p:spPr>
          <a:xfrm>
            <a:off x="1967296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 rotWithShape="1">
          <a:blip r:embed="rId86">
            <a:alphaModFix/>
          </a:blip>
          <a:srcRect b="0" l="0" r="0" t="0"/>
          <a:stretch/>
        </p:blipFill>
        <p:spPr>
          <a:xfrm>
            <a:off x="2343813" y="3417370"/>
            <a:ext cx="32689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 rotWithShape="1">
          <a:blip r:embed="rId87">
            <a:alphaModFix/>
          </a:blip>
          <a:srcRect b="0" l="0" r="0" t="0"/>
          <a:stretch/>
        </p:blipFill>
        <p:spPr>
          <a:xfrm>
            <a:off x="2745477" y="3417370"/>
            <a:ext cx="31568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7"/>
          <p:cNvPicPr preferRelativeResize="0"/>
          <p:nvPr/>
        </p:nvPicPr>
        <p:blipFill rotWithShape="1">
          <a:blip r:embed="rId88">
            <a:alphaModFix/>
          </a:blip>
          <a:srcRect b="0" l="0" r="0" t="0"/>
          <a:stretch/>
        </p:blipFill>
        <p:spPr>
          <a:xfrm>
            <a:off x="3135922" y="3417370"/>
            <a:ext cx="25214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/>
          <p:cNvPicPr preferRelativeResize="0"/>
          <p:nvPr/>
        </p:nvPicPr>
        <p:blipFill rotWithShape="1">
          <a:blip r:embed="rId89">
            <a:alphaModFix/>
          </a:blip>
          <a:srcRect b="0" l="0" r="0" t="0"/>
          <a:stretch/>
        </p:blipFill>
        <p:spPr>
          <a:xfrm>
            <a:off x="3462836" y="3417370"/>
            <a:ext cx="36713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 rotWithShape="1">
          <a:blip r:embed="rId90">
            <a:alphaModFix/>
          </a:blip>
          <a:srcRect b="0" l="0" r="0" t="0"/>
          <a:stretch/>
        </p:blipFill>
        <p:spPr>
          <a:xfrm>
            <a:off x="3904734" y="3417370"/>
            <a:ext cx="22860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 rotWithShape="1">
          <a:blip r:embed="rId91">
            <a:alphaModFix/>
          </a:blip>
          <a:srcRect b="0" l="0" r="0" t="0"/>
          <a:stretch/>
        </p:blipFill>
        <p:spPr>
          <a:xfrm>
            <a:off x="4208099" y="3417370"/>
            <a:ext cx="35563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7"/>
          <p:cNvPicPr preferRelativeResize="0"/>
          <p:nvPr/>
        </p:nvPicPr>
        <p:blipFill rotWithShape="1">
          <a:blip r:embed="rId92">
            <a:alphaModFix/>
          </a:blip>
          <a:srcRect b="0" l="0" r="0" t="0"/>
          <a:stretch/>
        </p:blipFill>
        <p:spPr>
          <a:xfrm>
            <a:off x="4638501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 rotWithShape="1">
          <a:blip r:embed="rId93">
            <a:alphaModFix/>
          </a:blip>
          <a:srcRect b="0" l="0" r="0" t="0"/>
          <a:stretch/>
        </p:blipFill>
        <p:spPr>
          <a:xfrm>
            <a:off x="5015018" y="3417370"/>
            <a:ext cx="23774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/>
          <p:cNvPicPr preferRelativeResize="0"/>
          <p:nvPr/>
        </p:nvPicPr>
        <p:blipFill rotWithShape="1">
          <a:blip r:embed="rId94">
            <a:alphaModFix/>
          </a:blip>
          <a:srcRect b="0" l="0" r="0" t="0"/>
          <a:stretch/>
        </p:blipFill>
        <p:spPr>
          <a:xfrm>
            <a:off x="5327527" y="3417370"/>
            <a:ext cx="23419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/>
          <p:cNvPicPr preferRelativeResize="0"/>
          <p:nvPr/>
        </p:nvPicPr>
        <p:blipFill rotWithShape="1">
          <a:blip r:embed="rId95">
            <a:alphaModFix/>
          </a:blip>
          <a:srcRect b="0" l="0" r="0" t="0"/>
          <a:stretch/>
        </p:blipFill>
        <p:spPr>
          <a:xfrm>
            <a:off x="5636484" y="3417370"/>
            <a:ext cx="328693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6446970" y="3095246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Productivity</a:t>
            </a:r>
            <a:endParaRPr/>
          </a:p>
        </p:txBody>
      </p:sp>
      <p:pic>
        <p:nvPicPr>
          <p:cNvPr id="252" name="Google Shape;252;p27"/>
          <p:cNvPicPr preferRelativeResize="0"/>
          <p:nvPr/>
        </p:nvPicPr>
        <p:blipFill rotWithShape="1">
          <a:blip r:embed="rId96">
            <a:alphaModFix/>
          </a:blip>
          <a:srcRect b="0" l="0" r="0" t="0"/>
          <a:stretch/>
        </p:blipFill>
        <p:spPr>
          <a:xfrm>
            <a:off x="6551223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 rotWithShape="1">
          <a:blip r:embed="rId97">
            <a:alphaModFix/>
          </a:blip>
          <a:srcRect b="0" l="0" r="0" t="0"/>
          <a:stretch/>
        </p:blipFill>
        <p:spPr>
          <a:xfrm>
            <a:off x="6937159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/>
          <p:cNvPicPr preferRelativeResize="0"/>
          <p:nvPr/>
        </p:nvPicPr>
        <p:blipFill rotWithShape="1">
          <a:blip r:embed="rId98">
            <a:alphaModFix/>
          </a:blip>
          <a:srcRect b="0" l="0" r="0" t="0"/>
          <a:stretch/>
        </p:blipFill>
        <p:spPr>
          <a:xfrm>
            <a:off x="7323095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/>
          <p:cNvPicPr preferRelativeResize="0"/>
          <p:nvPr/>
        </p:nvPicPr>
        <p:blipFill rotWithShape="1">
          <a:blip r:embed="rId99">
            <a:alphaModFix/>
          </a:blip>
          <a:srcRect b="0" l="0" r="0" t="0"/>
          <a:stretch/>
        </p:blipFill>
        <p:spPr>
          <a:xfrm>
            <a:off x="7709031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7"/>
          <p:cNvPicPr preferRelativeResize="0"/>
          <p:nvPr/>
        </p:nvPicPr>
        <p:blipFill rotWithShape="1">
          <a:blip r:embed="rId100">
            <a:alphaModFix/>
          </a:blip>
          <a:srcRect b="0" l="0" r="0" t="0"/>
          <a:stretch/>
        </p:blipFill>
        <p:spPr>
          <a:xfrm>
            <a:off x="8094967" y="3417370"/>
            <a:ext cx="30632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7"/>
          <p:cNvPicPr preferRelativeResize="0"/>
          <p:nvPr/>
        </p:nvPicPr>
        <p:blipFill rotWithShape="1">
          <a:blip r:embed="rId101">
            <a:alphaModFix/>
          </a:blip>
          <a:srcRect b="0" l="0" r="0" t="0"/>
          <a:stretch/>
        </p:blipFill>
        <p:spPr>
          <a:xfrm>
            <a:off x="8485476" y="3417370"/>
            <a:ext cx="37719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7"/>
          <p:cNvPicPr preferRelativeResize="0"/>
          <p:nvPr/>
        </p:nvPicPr>
        <p:blipFill rotWithShape="1">
          <a:blip r:embed="rId102">
            <a:alphaModFix/>
          </a:blip>
          <a:srcRect b="0" l="0" r="0" t="0"/>
          <a:stretch/>
        </p:blipFill>
        <p:spPr>
          <a:xfrm>
            <a:off x="8946851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/>
          <p:cNvPicPr preferRelativeResize="0"/>
          <p:nvPr/>
        </p:nvPicPr>
        <p:blipFill rotWithShape="1">
          <a:blip r:embed="rId103">
            <a:alphaModFix/>
          </a:blip>
          <a:srcRect b="0" l="0" r="0" t="0"/>
          <a:stretch/>
        </p:blipFill>
        <p:spPr>
          <a:xfrm>
            <a:off x="9332787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/>
          <p:cNvPicPr preferRelativeResize="0"/>
          <p:nvPr/>
        </p:nvPicPr>
        <p:blipFill rotWithShape="1">
          <a:blip r:embed="rId104">
            <a:alphaModFix/>
          </a:blip>
          <a:srcRect b="0" l="0" r="0" t="0"/>
          <a:stretch/>
        </p:blipFill>
        <p:spPr>
          <a:xfrm>
            <a:off x="9718723" y="3417370"/>
            <a:ext cx="38715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 rotWithShape="1">
          <a:blip r:embed="rId105">
            <a:alphaModFix/>
          </a:blip>
          <a:srcRect b="0" l="0" r="0" t="0"/>
          <a:stretch/>
        </p:blipFill>
        <p:spPr>
          <a:xfrm>
            <a:off x="10190061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 rotWithShape="1">
          <a:blip r:embed="rId106">
            <a:alphaModFix/>
          </a:blip>
          <a:srcRect b="0" l="0" r="0" t="0"/>
          <a:stretch/>
        </p:blipFill>
        <p:spPr>
          <a:xfrm>
            <a:off x="10575997" y="341737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/>
          <p:cNvPicPr preferRelativeResize="0"/>
          <p:nvPr/>
        </p:nvPicPr>
        <p:blipFill rotWithShape="1">
          <a:blip r:embed="rId107">
            <a:alphaModFix/>
          </a:blip>
          <a:srcRect b="0" l="0" r="0" t="0"/>
          <a:stretch/>
        </p:blipFill>
        <p:spPr>
          <a:xfrm>
            <a:off x="10961933" y="3417370"/>
            <a:ext cx="29696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7"/>
          <p:cNvPicPr preferRelativeResize="0"/>
          <p:nvPr/>
        </p:nvPicPr>
        <p:blipFill rotWithShape="1">
          <a:blip r:embed="rId108">
            <a:alphaModFix/>
          </a:blip>
          <a:srcRect b="0" l="0" r="0" t="0"/>
          <a:stretch/>
        </p:blipFill>
        <p:spPr>
          <a:xfrm>
            <a:off x="11343078" y="3417370"/>
            <a:ext cx="264614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126723" y="3995729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109">
            <a:alphaModFix/>
          </a:blip>
          <a:srcRect b="0" l="0" r="0" t="0"/>
          <a:stretch/>
        </p:blipFill>
        <p:spPr>
          <a:xfrm>
            <a:off x="294657" y="4334962"/>
            <a:ext cx="28935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7"/>
          <p:cNvPicPr preferRelativeResize="0"/>
          <p:nvPr/>
        </p:nvPicPr>
        <p:blipFill rotWithShape="1">
          <a:blip r:embed="rId110">
            <a:alphaModFix/>
          </a:blip>
          <a:srcRect b="0" l="0" r="0" t="0"/>
          <a:stretch/>
        </p:blipFill>
        <p:spPr>
          <a:xfrm>
            <a:off x="669041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7"/>
          <p:cNvPicPr preferRelativeResize="0"/>
          <p:nvPr/>
        </p:nvPicPr>
        <p:blipFill rotWithShape="1">
          <a:blip r:embed="rId111">
            <a:alphaModFix/>
          </a:blip>
          <a:srcRect b="0" l="0" r="0" t="0"/>
          <a:stretch/>
        </p:blipFill>
        <p:spPr>
          <a:xfrm>
            <a:off x="1055826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/>
          <p:cNvPicPr preferRelativeResize="0"/>
          <p:nvPr/>
        </p:nvPicPr>
        <p:blipFill rotWithShape="1">
          <a:blip r:embed="rId112">
            <a:alphaModFix/>
          </a:blip>
          <a:srcRect b="0" l="0" r="0" t="0"/>
          <a:stretch/>
        </p:blipFill>
        <p:spPr>
          <a:xfrm>
            <a:off x="1442611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7"/>
          <p:cNvPicPr preferRelativeResize="0"/>
          <p:nvPr/>
        </p:nvPicPr>
        <p:blipFill rotWithShape="1">
          <a:blip r:embed="rId113">
            <a:alphaModFix/>
          </a:blip>
          <a:srcRect b="0" l="0" r="0" t="0"/>
          <a:stretch/>
        </p:blipFill>
        <p:spPr>
          <a:xfrm>
            <a:off x="1829396" y="4334962"/>
            <a:ext cx="32725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 rotWithShape="1">
          <a:blip r:embed="rId114">
            <a:alphaModFix/>
          </a:blip>
          <a:srcRect b="0" l="0" r="0" t="0"/>
          <a:stretch/>
        </p:blipFill>
        <p:spPr>
          <a:xfrm>
            <a:off x="2241682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7"/>
          <p:cNvPicPr preferRelativeResize="0"/>
          <p:nvPr/>
        </p:nvPicPr>
        <p:blipFill rotWithShape="1">
          <a:blip r:embed="rId115">
            <a:alphaModFix/>
          </a:blip>
          <a:srcRect b="0" l="0" r="0" t="0"/>
          <a:stretch/>
        </p:blipFill>
        <p:spPr>
          <a:xfrm>
            <a:off x="2628467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7"/>
          <p:cNvPicPr preferRelativeResize="0"/>
          <p:nvPr/>
        </p:nvPicPr>
        <p:blipFill rotWithShape="1">
          <a:blip r:embed="rId116">
            <a:alphaModFix/>
          </a:blip>
          <a:srcRect b="0" l="0" r="0" t="0"/>
          <a:stretch/>
        </p:blipFill>
        <p:spPr>
          <a:xfrm>
            <a:off x="3015252" y="4334962"/>
            <a:ext cx="37359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7"/>
          <p:cNvPicPr preferRelativeResize="0"/>
          <p:nvPr/>
        </p:nvPicPr>
        <p:blipFill rotWithShape="1">
          <a:blip r:embed="rId117">
            <a:alphaModFix/>
          </a:blip>
          <a:srcRect b="0" l="0" r="0" t="0"/>
          <a:stretch/>
        </p:blipFill>
        <p:spPr>
          <a:xfrm>
            <a:off x="3473884" y="4334962"/>
            <a:ext cx="31415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7"/>
          <p:cNvPicPr preferRelativeResize="0"/>
          <p:nvPr/>
        </p:nvPicPr>
        <p:blipFill rotWithShape="1">
          <a:blip r:embed="rId118">
            <a:alphaModFix/>
          </a:blip>
          <a:srcRect b="0" l="0" r="0" t="0"/>
          <a:stretch/>
        </p:blipFill>
        <p:spPr>
          <a:xfrm>
            <a:off x="3873070" y="4334962"/>
            <a:ext cx="21688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7"/>
          <p:cNvPicPr preferRelativeResize="0"/>
          <p:nvPr/>
        </p:nvPicPr>
        <p:blipFill rotWithShape="1">
          <a:blip r:embed="rId119">
            <a:alphaModFix/>
          </a:blip>
          <a:srcRect b="0" l="0" r="0" t="0"/>
          <a:stretch/>
        </p:blipFill>
        <p:spPr>
          <a:xfrm>
            <a:off x="4174986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7"/>
          <p:cNvPicPr preferRelativeResize="0"/>
          <p:nvPr/>
        </p:nvPicPr>
        <p:blipFill rotWithShape="1">
          <a:blip r:embed="rId120">
            <a:alphaModFix/>
          </a:blip>
          <a:srcRect b="0" l="0" r="0" t="0"/>
          <a:stretch/>
        </p:blipFill>
        <p:spPr>
          <a:xfrm>
            <a:off x="4561771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7"/>
          <p:cNvPicPr preferRelativeResize="0"/>
          <p:nvPr/>
        </p:nvPicPr>
        <p:blipFill rotWithShape="1">
          <a:blip r:embed="rId121">
            <a:alphaModFix/>
          </a:blip>
          <a:srcRect b="0" l="0" r="0" t="0"/>
          <a:stretch/>
        </p:blipFill>
        <p:spPr>
          <a:xfrm>
            <a:off x="4948556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7"/>
          <p:cNvPicPr preferRelativeResize="0"/>
          <p:nvPr/>
        </p:nvPicPr>
        <p:blipFill rotWithShape="1">
          <a:blip r:embed="rId122">
            <a:alphaModFix/>
          </a:blip>
          <a:srcRect b="0" l="0" r="0" t="0"/>
          <a:stretch/>
        </p:blipFill>
        <p:spPr>
          <a:xfrm>
            <a:off x="5335341" y="4334962"/>
            <a:ext cx="31313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7"/>
          <p:cNvPicPr preferRelativeResize="0"/>
          <p:nvPr/>
        </p:nvPicPr>
        <p:blipFill rotWithShape="1">
          <a:blip r:embed="rId123">
            <a:alphaModFix/>
          </a:blip>
          <a:srcRect b="0" l="0" r="0" t="0"/>
          <a:stretch/>
        </p:blipFill>
        <p:spPr>
          <a:xfrm>
            <a:off x="5733513" y="4334962"/>
            <a:ext cx="31314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 rotWithShape="1">
          <a:blip r:embed="rId124">
            <a:alphaModFix/>
          </a:blip>
          <a:srcRect b="0" l="0" r="0" t="0"/>
          <a:stretch/>
        </p:blipFill>
        <p:spPr>
          <a:xfrm>
            <a:off x="6131686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/>
          <p:cNvPicPr preferRelativeResize="0"/>
          <p:nvPr/>
        </p:nvPicPr>
        <p:blipFill rotWithShape="1">
          <a:blip r:embed="rId125">
            <a:alphaModFix/>
          </a:blip>
          <a:srcRect b="0" l="0" r="0" t="0"/>
          <a:stretch/>
        </p:blipFill>
        <p:spPr>
          <a:xfrm>
            <a:off x="6518471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/>
          <p:cNvPicPr preferRelativeResize="0"/>
          <p:nvPr/>
        </p:nvPicPr>
        <p:blipFill rotWithShape="1">
          <a:blip r:embed="rId126">
            <a:alphaModFix/>
          </a:blip>
          <a:srcRect b="0" l="0" r="0" t="0"/>
          <a:stretch/>
        </p:blipFill>
        <p:spPr>
          <a:xfrm>
            <a:off x="6905256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127">
            <a:alphaModFix/>
          </a:blip>
          <a:srcRect b="0" l="0" r="0" t="0"/>
          <a:stretch/>
        </p:blipFill>
        <p:spPr>
          <a:xfrm>
            <a:off x="7292041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/>
          <p:cNvPicPr preferRelativeResize="0"/>
          <p:nvPr/>
        </p:nvPicPr>
        <p:blipFill rotWithShape="1">
          <a:blip r:embed="rId128">
            <a:alphaModFix/>
          </a:blip>
          <a:srcRect b="0" l="0" r="0" t="0"/>
          <a:stretch/>
        </p:blipFill>
        <p:spPr>
          <a:xfrm>
            <a:off x="7678826" y="4334962"/>
            <a:ext cx="45613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/>
          <p:cNvPicPr preferRelativeResize="0"/>
          <p:nvPr/>
        </p:nvPicPr>
        <p:blipFill rotWithShape="1">
          <a:blip r:embed="rId129">
            <a:alphaModFix/>
          </a:blip>
          <a:srcRect b="0" l="0" r="0" t="0"/>
          <a:stretch/>
        </p:blipFill>
        <p:spPr>
          <a:xfrm>
            <a:off x="8219996" y="433496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130">
            <a:alphaModFix/>
          </a:blip>
          <a:srcRect b="0" l="0" r="0" t="0"/>
          <a:stretch/>
        </p:blipFill>
        <p:spPr>
          <a:xfrm>
            <a:off x="8639827" y="4334962"/>
            <a:ext cx="49748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/>
          <p:cNvPicPr preferRelativeResize="0"/>
          <p:nvPr/>
        </p:nvPicPr>
        <p:blipFill rotWithShape="1">
          <a:blip r:embed="rId131">
            <a:alphaModFix/>
          </a:blip>
          <a:srcRect b="0" l="0" r="0" t="0"/>
          <a:stretch/>
        </p:blipFill>
        <p:spPr>
          <a:xfrm>
            <a:off x="9222345" y="4334962"/>
            <a:ext cx="32410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126723" y="4933984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/>
          </a:p>
        </p:txBody>
      </p:sp>
      <p:pic>
        <p:nvPicPr>
          <p:cNvPr id="290" name="Google Shape;290;p27"/>
          <p:cNvPicPr preferRelativeResize="0"/>
          <p:nvPr/>
        </p:nvPicPr>
        <p:blipFill rotWithShape="1">
          <a:blip r:embed="rId132">
            <a:alphaModFix/>
          </a:blip>
          <a:srcRect b="0" l="0" r="0" t="0"/>
          <a:stretch/>
        </p:blipFill>
        <p:spPr>
          <a:xfrm>
            <a:off x="294656" y="5262913"/>
            <a:ext cx="33143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/>
          <p:cNvPicPr preferRelativeResize="0"/>
          <p:nvPr/>
        </p:nvPicPr>
        <p:blipFill rotWithShape="1">
          <a:blip r:embed="rId133">
            <a:alphaModFix/>
          </a:blip>
          <a:srcRect b="0" l="0" r="0" t="0"/>
          <a:stretch/>
        </p:blipFill>
        <p:spPr>
          <a:xfrm>
            <a:off x="728511" y="5262913"/>
            <a:ext cx="28586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 rotWithShape="1">
          <a:blip r:embed="rId134">
            <a:alphaModFix/>
          </a:blip>
          <a:srcRect b="0" l="0" r="0" t="0"/>
          <a:stretch/>
        </p:blipFill>
        <p:spPr>
          <a:xfrm>
            <a:off x="1116802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7"/>
          <p:cNvPicPr preferRelativeResize="0"/>
          <p:nvPr/>
        </p:nvPicPr>
        <p:blipFill rotWithShape="1">
          <a:blip r:embed="rId135">
            <a:alphaModFix/>
          </a:blip>
          <a:srcRect b="0" l="0" r="0" t="0"/>
          <a:stretch/>
        </p:blipFill>
        <p:spPr>
          <a:xfrm>
            <a:off x="1520976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7"/>
          <p:cNvPicPr preferRelativeResize="0"/>
          <p:nvPr/>
        </p:nvPicPr>
        <p:blipFill rotWithShape="1">
          <a:blip r:embed="rId136">
            <a:alphaModFix/>
          </a:blip>
          <a:srcRect b="0" l="0" r="0" t="0"/>
          <a:stretch/>
        </p:blipFill>
        <p:spPr>
          <a:xfrm>
            <a:off x="1925150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7"/>
          <p:cNvPicPr preferRelativeResize="0"/>
          <p:nvPr/>
        </p:nvPicPr>
        <p:blipFill rotWithShape="1">
          <a:blip r:embed="rId137">
            <a:alphaModFix/>
          </a:blip>
          <a:srcRect b="0" l="0" r="0" t="0"/>
          <a:stretch/>
        </p:blipFill>
        <p:spPr>
          <a:xfrm>
            <a:off x="2329324" y="5262913"/>
            <a:ext cx="25925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7"/>
          <p:cNvPicPr preferRelativeResize="0"/>
          <p:nvPr/>
        </p:nvPicPr>
        <p:blipFill rotWithShape="1">
          <a:blip r:embed="rId138">
            <a:alphaModFix/>
          </a:blip>
          <a:srcRect b="0" l="0" r="0" t="0"/>
          <a:stretch/>
        </p:blipFill>
        <p:spPr>
          <a:xfrm>
            <a:off x="2690997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/>
          <p:cNvPicPr preferRelativeResize="0"/>
          <p:nvPr/>
        </p:nvPicPr>
        <p:blipFill rotWithShape="1">
          <a:blip r:embed="rId139">
            <a:alphaModFix/>
          </a:blip>
          <a:srcRect b="0" l="0" r="0" t="0"/>
          <a:stretch/>
        </p:blipFill>
        <p:spPr>
          <a:xfrm>
            <a:off x="3095171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/>
          <p:cNvPicPr preferRelativeResize="0"/>
          <p:nvPr/>
        </p:nvPicPr>
        <p:blipFill rotWithShape="1">
          <a:blip r:embed="rId140">
            <a:alphaModFix/>
          </a:blip>
          <a:srcRect b="0" l="0" r="0" t="0"/>
          <a:stretch/>
        </p:blipFill>
        <p:spPr>
          <a:xfrm>
            <a:off x="3499345" y="5262913"/>
            <a:ext cx="43472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/>
          <p:cNvPicPr preferRelativeResize="0"/>
          <p:nvPr/>
        </p:nvPicPr>
        <p:blipFill rotWithShape="1">
          <a:blip r:embed="rId141">
            <a:alphaModFix/>
          </a:blip>
          <a:srcRect b="0" l="0" r="0" t="0"/>
          <a:stretch/>
        </p:blipFill>
        <p:spPr>
          <a:xfrm>
            <a:off x="4036495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/>
          <p:cNvPicPr preferRelativeResize="0"/>
          <p:nvPr/>
        </p:nvPicPr>
        <p:blipFill rotWithShape="1">
          <a:blip r:embed="rId142">
            <a:alphaModFix/>
          </a:blip>
          <a:srcRect b="0" l="0" r="0" t="0"/>
          <a:stretch/>
        </p:blipFill>
        <p:spPr>
          <a:xfrm>
            <a:off x="4440669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/>
          <p:cNvPicPr preferRelativeResize="0"/>
          <p:nvPr/>
        </p:nvPicPr>
        <p:blipFill rotWithShape="1">
          <a:blip r:embed="rId143">
            <a:alphaModFix/>
          </a:blip>
          <a:srcRect b="0" l="0" r="0" t="0"/>
          <a:stretch/>
        </p:blipFill>
        <p:spPr>
          <a:xfrm>
            <a:off x="4844843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/>
          <p:cNvPicPr preferRelativeResize="0"/>
          <p:nvPr/>
        </p:nvPicPr>
        <p:blipFill rotWithShape="1">
          <a:blip r:embed="rId144">
            <a:alphaModFix/>
          </a:blip>
          <a:srcRect b="0" l="0" r="0" t="0"/>
          <a:stretch/>
        </p:blipFill>
        <p:spPr>
          <a:xfrm>
            <a:off x="5249017" y="5262913"/>
            <a:ext cx="43027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/>
          <p:cNvPicPr preferRelativeResize="0"/>
          <p:nvPr/>
        </p:nvPicPr>
        <p:blipFill rotWithShape="1">
          <a:blip r:embed="rId145">
            <a:alphaModFix/>
          </a:blip>
          <a:srcRect b="0" l="0" r="0" t="0"/>
          <a:stretch/>
        </p:blipFill>
        <p:spPr>
          <a:xfrm>
            <a:off x="5781717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7"/>
          <p:cNvPicPr preferRelativeResize="0"/>
          <p:nvPr/>
        </p:nvPicPr>
        <p:blipFill rotWithShape="1">
          <a:blip r:embed="rId146">
            <a:alphaModFix/>
          </a:blip>
          <a:srcRect b="0" l="0" r="0" t="0"/>
          <a:stretch/>
        </p:blipFill>
        <p:spPr>
          <a:xfrm>
            <a:off x="6185891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7"/>
          <p:cNvPicPr preferRelativeResize="0"/>
          <p:nvPr/>
        </p:nvPicPr>
        <p:blipFill rotWithShape="1">
          <a:blip r:embed="rId147">
            <a:alphaModFix/>
          </a:blip>
          <a:srcRect b="0" l="0" r="0" t="0"/>
          <a:stretch/>
        </p:blipFill>
        <p:spPr>
          <a:xfrm>
            <a:off x="6590065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7"/>
          <p:cNvPicPr preferRelativeResize="0"/>
          <p:nvPr/>
        </p:nvPicPr>
        <p:blipFill rotWithShape="1">
          <a:blip r:embed="rId148">
            <a:alphaModFix/>
          </a:blip>
          <a:srcRect b="0" l="0" r="0" t="0"/>
          <a:stretch/>
        </p:blipFill>
        <p:spPr>
          <a:xfrm>
            <a:off x="6994239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/>
          <p:cNvPicPr preferRelativeResize="0"/>
          <p:nvPr/>
        </p:nvPicPr>
        <p:blipFill rotWithShape="1">
          <a:blip r:embed="rId149">
            <a:alphaModFix/>
          </a:blip>
          <a:srcRect b="0" l="0" r="0" t="0"/>
          <a:stretch/>
        </p:blipFill>
        <p:spPr>
          <a:xfrm>
            <a:off x="7398413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/>
          <p:cNvPicPr preferRelativeResize="0"/>
          <p:nvPr/>
        </p:nvPicPr>
        <p:blipFill rotWithShape="1">
          <a:blip r:embed="rId150">
            <a:alphaModFix/>
          </a:blip>
          <a:srcRect b="0" l="0" r="0" t="0"/>
          <a:stretch/>
        </p:blipFill>
        <p:spPr>
          <a:xfrm>
            <a:off x="7802587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/>
          <p:cNvPicPr preferRelativeResize="0"/>
          <p:nvPr/>
        </p:nvPicPr>
        <p:blipFill rotWithShape="1">
          <a:blip r:embed="rId151">
            <a:alphaModFix/>
          </a:blip>
          <a:srcRect b="0" l="0" r="0" t="0"/>
          <a:stretch/>
        </p:blipFill>
        <p:spPr>
          <a:xfrm>
            <a:off x="8206756" y="5262913"/>
            <a:ext cx="301752" cy="3017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27"/>
          <p:cNvCxnSpPr/>
          <p:nvPr/>
        </p:nvCxnSpPr>
        <p:spPr>
          <a:xfrm>
            <a:off x="5171395" y="262501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1" name="Google Shape;311;p27"/>
          <p:cNvCxnSpPr/>
          <p:nvPr/>
        </p:nvCxnSpPr>
        <p:spPr>
          <a:xfrm>
            <a:off x="8401612" y="262501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2" name="Google Shape;312;p27"/>
          <p:cNvCxnSpPr/>
          <p:nvPr/>
        </p:nvCxnSpPr>
        <p:spPr>
          <a:xfrm>
            <a:off x="2724501" y="1166962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3" name="Google Shape;313;p27"/>
          <p:cNvCxnSpPr/>
          <p:nvPr/>
        </p:nvCxnSpPr>
        <p:spPr>
          <a:xfrm>
            <a:off x="1497798" y="2093227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4" name="Google Shape;314;p27"/>
          <p:cNvCxnSpPr/>
          <p:nvPr/>
        </p:nvCxnSpPr>
        <p:spPr>
          <a:xfrm>
            <a:off x="8944086" y="2093227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5" name="Google Shape;315;p27"/>
          <p:cNvCxnSpPr/>
          <p:nvPr/>
        </p:nvCxnSpPr>
        <p:spPr>
          <a:xfrm>
            <a:off x="6259080" y="3097079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6" name="Google Shape;316;p27"/>
          <p:cNvSpPr txBox="1"/>
          <p:nvPr/>
        </p:nvSpPr>
        <p:spPr>
          <a:xfrm>
            <a:off x="126723" y="5917958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pic>
        <p:nvPicPr>
          <p:cNvPr id="317" name="Google Shape;317;p27"/>
          <p:cNvPicPr preferRelativeResize="0"/>
          <p:nvPr/>
        </p:nvPicPr>
        <p:blipFill rotWithShape="1">
          <a:blip r:embed="rId152">
            <a:alphaModFix/>
          </a:blip>
          <a:srcRect b="0" l="0" r="0" t="0"/>
          <a:stretch/>
        </p:blipFill>
        <p:spPr>
          <a:xfrm>
            <a:off x="295526" y="6249920"/>
            <a:ext cx="32969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 rotWithShape="1">
          <a:blip r:embed="rId153">
            <a:alphaModFix/>
          </a:blip>
          <a:srcRect b="0" l="0" r="0" t="0"/>
          <a:stretch/>
        </p:blipFill>
        <p:spPr>
          <a:xfrm>
            <a:off x="760586" y="6249920"/>
            <a:ext cx="27695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 rotWithShape="1">
          <a:blip r:embed="rId154">
            <a:alphaModFix/>
          </a:blip>
          <a:srcRect b="0" l="0" r="0" t="0"/>
          <a:stretch/>
        </p:blipFill>
        <p:spPr>
          <a:xfrm>
            <a:off x="1172904" y="6249920"/>
            <a:ext cx="33109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7"/>
          <p:cNvPicPr preferRelativeResize="0"/>
          <p:nvPr/>
        </p:nvPicPr>
        <p:blipFill rotWithShape="1">
          <a:blip r:embed="rId155">
            <a:alphaModFix/>
          </a:blip>
          <a:srcRect b="0" l="0" r="0" t="0"/>
          <a:stretch/>
        </p:blipFill>
        <p:spPr>
          <a:xfrm>
            <a:off x="1639362" y="6249920"/>
            <a:ext cx="25146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7"/>
          <p:cNvPicPr preferRelativeResize="0"/>
          <p:nvPr/>
        </p:nvPicPr>
        <p:blipFill rotWithShape="1">
          <a:blip r:embed="rId156">
            <a:alphaModFix/>
          </a:blip>
          <a:srcRect b="0" l="0" r="0" t="0"/>
          <a:stretch/>
        </p:blipFill>
        <p:spPr>
          <a:xfrm>
            <a:off x="2026190" y="6249920"/>
            <a:ext cx="30669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/>
          <p:cNvPicPr preferRelativeResize="0"/>
          <p:nvPr/>
        </p:nvPicPr>
        <p:blipFill rotWithShape="1">
          <a:blip r:embed="rId157">
            <a:alphaModFix/>
          </a:blip>
          <a:srcRect b="0" l="0" r="0" t="0"/>
          <a:stretch/>
        </p:blipFill>
        <p:spPr>
          <a:xfrm>
            <a:off x="2468257" y="6249920"/>
            <a:ext cx="43251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/>
          <p:cNvPicPr preferRelativeResize="0"/>
          <p:nvPr/>
        </p:nvPicPr>
        <p:blipFill rotWithShape="1">
          <a:blip r:embed="rId158">
            <a:alphaModFix/>
          </a:blip>
          <a:srcRect b="0" l="0" r="0" t="0"/>
          <a:stretch/>
        </p:blipFill>
        <p:spPr>
          <a:xfrm>
            <a:off x="3036138" y="6249920"/>
            <a:ext cx="31062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/>
          <p:cNvPicPr preferRelativeResize="0"/>
          <p:nvPr/>
        </p:nvPicPr>
        <p:blipFill rotWithShape="1">
          <a:blip r:embed="rId159">
            <a:alphaModFix/>
          </a:blip>
          <a:srcRect b="0" l="0" r="0" t="0"/>
          <a:stretch/>
        </p:blipFill>
        <p:spPr>
          <a:xfrm>
            <a:off x="3482134" y="6249920"/>
            <a:ext cx="28968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/>
          <p:cNvPicPr preferRelativeResize="0"/>
          <p:nvPr/>
        </p:nvPicPr>
        <p:blipFill rotWithShape="1">
          <a:blip r:embed="rId160">
            <a:alphaModFix/>
          </a:blip>
          <a:srcRect b="0" l="0" r="0" t="0"/>
          <a:stretch/>
        </p:blipFill>
        <p:spPr>
          <a:xfrm>
            <a:off x="3907183" y="6249920"/>
            <a:ext cx="25532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/>
          <p:cNvPicPr preferRelativeResize="0"/>
          <p:nvPr/>
        </p:nvPicPr>
        <p:blipFill rotWithShape="1">
          <a:blip r:embed="rId161">
            <a:alphaModFix/>
          </a:blip>
          <a:srcRect b="0" l="0" r="0" t="0"/>
          <a:stretch/>
        </p:blipFill>
        <p:spPr>
          <a:xfrm>
            <a:off x="4297876" y="6249920"/>
            <a:ext cx="21122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7"/>
          <p:cNvSpPr txBox="1"/>
          <p:nvPr/>
        </p:nvSpPr>
        <p:spPr>
          <a:xfrm>
            <a:off x="4977019" y="5917958"/>
            <a:ext cx="19903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Shipping</a:t>
            </a:r>
            <a:endParaRPr/>
          </a:p>
        </p:txBody>
      </p:sp>
      <p:pic>
        <p:nvPicPr>
          <p:cNvPr id="328" name="Google Shape;328;p27"/>
          <p:cNvPicPr preferRelativeResize="0"/>
          <p:nvPr/>
        </p:nvPicPr>
        <p:blipFill rotWithShape="1">
          <a:blip r:embed="rId162">
            <a:alphaModFix/>
          </a:blip>
          <a:srcRect b="0" l="0" r="0" t="0"/>
          <a:stretch/>
        </p:blipFill>
        <p:spPr>
          <a:xfrm>
            <a:off x="5164364" y="6249920"/>
            <a:ext cx="29260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/>
          <p:cNvPicPr preferRelativeResize="0"/>
          <p:nvPr/>
        </p:nvPicPr>
        <p:blipFill rotWithShape="1">
          <a:blip r:embed="rId163">
            <a:alphaModFix/>
          </a:blip>
          <a:srcRect b="0" l="0" r="0" t="0"/>
          <a:stretch/>
        </p:blipFill>
        <p:spPr>
          <a:xfrm>
            <a:off x="5583097" y="624992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7"/>
          <p:cNvPicPr preferRelativeResize="0"/>
          <p:nvPr/>
        </p:nvPicPr>
        <p:blipFill rotWithShape="1">
          <a:blip r:embed="rId164">
            <a:alphaModFix/>
          </a:blip>
          <a:srcRect b="0" l="0" r="0" t="0"/>
          <a:stretch/>
        </p:blipFill>
        <p:spPr>
          <a:xfrm>
            <a:off x="6010974" y="6249920"/>
            <a:ext cx="32004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7"/>
          <p:cNvPicPr preferRelativeResize="0"/>
          <p:nvPr/>
        </p:nvPicPr>
        <p:blipFill rotWithShape="1">
          <a:blip r:embed="rId165">
            <a:alphaModFix/>
          </a:blip>
          <a:srcRect b="0" l="0" r="0" t="0"/>
          <a:stretch/>
        </p:blipFill>
        <p:spPr>
          <a:xfrm>
            <a:off x="6457139" y="6249920"/>
            <a:ext cx="40792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/>
          <p:cNvPicPr preferRelativeResize="0"/>
          <p:nvPr/>
        </p:nvPicPr>
        <p:blipFill rotWithShape="1">
          <a:blip r:embed="rId166">
            <a:alphaModFix/>
          </a:blip>
          <a:srcRect b="0" l="0" r="0" t="0"/>
          <a:stretch/>
        </p:blipFill>
        <p:spPr>
          <a:xfrm>
            <a:off x="6991189" y="624992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/>
          <p:cNvPicPr preferRelativeResize="0"/>
          <p:nvPr/>
        </p:nvPicPr>
        <p:blipFill rotWithShape="1">
          <a:blip r:embed="rId167">
            <a:alphaModFix/>
          </a:blip>
          <a:srcRect b="0" l="0" r="0" t="0"/>
          <a:stretch/>
        </p:blipFill>
        <p:spPr>
          <a:xfrm>
            <a:off x="7419066" y="6249920"/>
            <a:ext cx="53492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/>
          <p:cNvPicPr preferRelativeResize="0"/>
          <p:nvPr/>
        </p:nvPicPr>
        <p:blipFill rotWithShape="1">
          <a:blip r:embed="rId168">
            <a:alphaModFix/>
          </a:blip>
          <a:srcRect b="0" l="0" r="0" t="0"/>
          <a:stretch/>
        </p:blipFill>
        <p:spPr>
          <a:xfrm>
            <a:off x="8080117" y="6249920"/>
            <a:ext cx="32394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7"/>
          <p:cNvPicPr preferRelativeResize="0"/>
          <p:nvPr/>
        </p:nvPicPr>
        <p:blipFill rotWithShape="1">
          <a:blip r:embed="rId169">
            <a:alphaModFix/>
          </a:blip>
          <a:srcRect b="0" l="0" r="0" t="0"/>
          <a:stretch/>
        </p:blipFill>
        <p:spPr>
          <a:xfrm>
            <a:off x="8530182" y="624992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/>
          <p:cNvPicPr preferRelativeResize="0"/>
          <p:nvPr/>
        </p:nvPicPr>
        <p:blipFill rotWithShape="1">
          <a:blip r:embed="rId170">
            <a:alphaModFix/>
          </a:blip>
          <a:srcRect b="0" l="0" r="0" t="0"/>
          <a:stretch/>
        </p:blipFill>
        <p:spPr>
          <a:xfrm>
            <a:off x="8958059" y="624992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/>
          <p:cNvPicPr preferRelativeResize="0"/>
          <p:nvPr/>
        </p:nvPicPr>
        <p:blipFill rotWithShape="1">
          <a:blip r:embed="rId171">
            <a:alphaModFix/>
          </a:blip>
          <a:srcRect b="0" l="0" r="0" t="0"/>
          <a:stretch/>
        </p:blipFill>
        <p:spPr>
          <a:xfrm>
            <a:off x="9385936" y="6249920"/>
            <a:ext cx="523798" cy="3017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27"/>
          <p:cNvCxnSpPr/>
          <p:nvPr/>
        </p:nvCxnSpPr>
        <p:spPr>
          <a:xfrm>
            <a:off x="4833204" y="5909854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39" name="Google Shape;339;p27"/>
          <p:cNvPicPr preferRelativeResize="0"/>
          <p:nvPr/>
        </p:nvPicPr>
        <p:blipFill rotWithShape="1">
          <a:blip r:embed="rId172">
            <a:alphaModFix/>
          </a:blip>
          <a:srcRect b="0" l="0" r="0" t="0"/>
          <a:stretch/>
        </p:blipFill>
        <p:spPr>
          <a:xfrm>
            <a:off x="10035863" y="6249920"/>
            <a:ext cx="384488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Picture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/>
        </p:nvSpPr>
        <p:spPr>
          <a:xfrm>
            <a:off x="126723" y="193022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SKUs</a:t>
            </a:r>
            <a:endParaRPr/>
          </a:p>
        </p:txBody>
      </p:sp>
      <p:pic>
        <p:nvPicPr>
          <p:cNvPr id="342" name="Google Shape;34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5684" y="536390"/>
            <a:ext cx="39227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388" y="536390"/>
            <a:ext cx="28738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0195" y="536390"/>
            <a:ext cx="22100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3621" y="536390"/>
            <a:ext cx="29077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6825" y="536390"/>
            <a:ext cx="27157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80826" y="536390"/>
            <a:ext cx="30639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9645" y="536390"/>
            <a:ext cx="25013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62206" y="536390"/>
            <a:ext cx="31037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35005" y="536390"/>
            <a:ext cx="39641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93849" y="536390"/>
            <a:ext cx="21167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67950" y="536390"/>
            <a:ext cx="57174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02116" y="536390"/>
            <a:ext cx="58719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51738" y="536390"/>
            <a:ext cx="25997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74133" y="536390"/>
            <a:ext cx="16285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999408" y="536390"/>
            <a:ext cx="12258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84419" y="536390"/>
            <a:ext cx="11315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560001" y="536390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024178" y="536390"/>
            <a:ext cx="25931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445921" y="536390"/>
            <a:ext cx="26726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875612" y="536390"/>
            <a:ext cx="24490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282937" y="536390"/>
            <a:ext cx="32186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767231" y="536390"/>
            <a:ext cx="42491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354573" y="536390"/>
            <a:ext cx="30678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0823780" y="536390"/>
            <a:ext cx="40014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1386353" y="536390"/>
            <a:ext cx="15484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05684" y="994657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22007" y="994657"/>
            <a:ext cx="18804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124626" y="994657"/>
            <a:ext cx="20116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540365" y="994657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2056688" y="994657"/>
            <a:ext cx="14054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411801" y="994657"/>
            <a:ext cx="12308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749455" y="994657"/>
            <a:ext cx="29724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8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261274" y="994657"/>
            <a:ext cx="20266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8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3678514" y="994657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8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4194837" y="994657"/>
            <a:ext cx="31526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8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4724672" y="994657"/>
            <a:ext cx="20400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8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143244" y="994657"/>
            <a:ext cx="19158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549403" y="994657"/>
            <a:ext cx="24821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6012194" y="994657"/>
            <a:ext cx="1877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8"/>
          <p:cNvSpPr txBox="1"/>
          <p:nvPr/>
        </p:nvSpPr>
        <p:spPr>
          <a:xfrm>
            <a:off x="126723" y="1475170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endParaRPr/>
          </a:p>
        </p:txBody>
      </p:sp>
      <p:pic>
        <p:nvPicPr>
          <p:cNvPr id="382" name="Google Shape;382;p28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265092" y="1824124"/>
            <a:ext cx="27346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730252" y="1824124"/>
            <a:ext cx="25146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1173410" y="1824124"/>
            <a:ext cx="26956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8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1634673" y="1824124"/>
            <a:ext cx="30632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8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2132695" y="1824124"/>
            <a:ext cx="29313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8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2617524" y="1824124"/>
            <a:ext cx="26822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8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3077446" y="1824124"/>
            <a:ext cx="26517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8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3534320" y="182412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8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4027770" y="182412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8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4521220" y="1824124"/>
            <a:ext cx="27022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8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4983144" y="1824124"/>
            <a:ext cx="29246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8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5467309" y="182412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8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5960759" y="1824124"/>
            <a:ext cx="25332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8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6405778" y="1824124"/>
            <a:ext cx="30686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8"/>
          <p:cNvSpPr txBox="1"/>
          <p:nvPr/>
        </p:nvSpPr>
        <p:spPr>
          <a:xfrm>
            <a:off x="126723" y="2300119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/>
          </a:p>
        </p:txBody>
      </p:sp>
      <p:pic>
        <p:nvPicPr>
          <p:cNvPr id="397" name="Google Shape;397;p28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265092" y="2636089"/>
            <a:ext cx="31976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8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739687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8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1196266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8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1652845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8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2109424" y="2636089"/>
            <a:ext cx="32153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2585790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8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3042369" y="2636089"/>
            <a:ext cx="27854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8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3475736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3932315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4388894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8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4845473" y="2636089"/>
            <a:ext cx="21031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8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5210612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8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667191" y="2636089"/>
            <a:ext cx="32608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8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6148105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8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6604682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8"/>
          <p:cNvSpPr txBox="1"/>
          <p:nvPr/>
        </p:nvSpPr>
        <p:spPr>
          <a:xfrm>
            <a:off x="7293927" y="2300119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Sustainability</a:t>
            </a:r>
            <a:endParaRPr/>
          </a:p>
        </p:txBody>
      </p:sp>
      <p:pic>
        <p:nvPicPr>
          <p:cNvPr id="413" name="Google Shape;413;p28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7441304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8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7921398" y="2636089"/>
            <a:ext cx="27273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8"/>
          <p:cNvPicPr preferRelativeResize="0"/>
          <p:nvPr/>
        </p:nvPicPr>
        <p:blipFill rotWithShape="1">
          <a:blip r:embed="rId72">
            <a:alphaModFix/>
          </a:blip>
          <a:srcRect b="0" l="0" r="0" t="0"/>
          <a:stretch/>
        </p:blipFill>
        <p:spPr>
          <a:xfrm>
            <a:off x="8363470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8"/>
          <p:cNvPicPr preferRelativeResize="0"/>
          <p:nvPr/>
        </p:nvPicPr>
        <p:blipFill rotWithShape="1">
          <a:blip r:embed="rId73">
            <a:alphaModFix/>
          </a:blip>
          <a:srcRect b="0" l="0" r="0" t="0"/>
          <a:stretch/>
        </p:blipFill>
        <p:spPr>
          <a:xfrm>
            <a:off x="8820049" y="263608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8"/>
          <p:cNvPicPr preferRelativeResize="0"/>
          <p:nvPr/>
        </p:nvPicPr>
        <p:blipFill rotWithShape="1">
          <a:blip r:embed="rId74">
            <a:alphaModFix/>
          </a:blip>
          <a:srcRect b="0" l="0" r="0" t="0"/>
          <a:stretch/>
        </p:blipFill>
        <p:spPr>
          <a:xfrm>
            <a:off x="9314947" y="2636089"/>
            <a:ext cx="244900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8"/>
          <p:cNvSpPr txBox="1"/>
          <p:nvPr/>
        </p:nvSpPr>
        <p:spPr>
          <a:xfrm>
            <a:off x="126723" y="3154884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Teamwork</a:t>
            </a:r>
            <a:endParaRPr/>
          </a:p>
        </p:txBody>
      </p:sp>
      <p:pic>
        <p:nvPicPr>
          <p:cNvPr id="419" name="Google Shape;419;p28"/>
          <p:cNvPicPr preferRelativeResize="0"/>
          <p:nvPr/>
        </p:nvPicPr>
        <p:blipFill rotWithShape="1">
          <a:blip r:embed="rId75">
            <a:alphaModFix/>
          </a:blip>
          <a:srcRect b="0" l="0" r="0" t="0"/>
          <a:stretch/>
        </p:blipFill>
        <p:spPr>
          <a:xfrm>
            <a:off x="265092" y="3493747"/>
            <a:ext cx="30646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8"/>
          <p:cNvPicPr preferRelativeResize="0"/>
          <p:nvPr/>
        </p:nvPicPr>
        <p:blipFill rotWithShape="1">
          <a:blip r:embed="rId76">
            <a:alphaModFix/>
          </a:blip>
          <a:srcRect b="0" l="0" r="0" t="0"/>
          <a:stretch/>
        </p:blipFill>
        <p:spPr>
          <a:xfrm>
            <a:off x="706414" y="3493747"/>
            <a:ext cx="32091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8"/>
          <p:cNvPicPr preferRelativeResize="0"/>
          <p:nvPr/>
        </p:nvPicPr>
        <p:blipFill rotWithShape="1">
          <a:blip r:embed="rId77">
            <a:alphaModFix/>
          </a:blip>
          <a:srcRect b="0" l="0" r="0" t="0"/>
          <a:stretch/>
        </p:blipFill>
        <p:spPr>
          <a:xfrm>
            <a:off x="1162179" y="3493747"/>
            <a:ext cx="29274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8"/>
          <p:cNvPicPr preferRelativeResize="0"/>
          <p:nvPr/>
        </p:nvPicPr>
        <p:blipFill rotWithShape="1">
          <a:blip r:embed="rId78">
            <a:alphaModFix/>
          </a:blip>
          <a:srcRect b="0" l="0" r="0" t="0"/>
          <a:stretch/>
        </p:blipFill>
        <p:spPr>
          <a:xfrm>
            <a:off x="1589778" y="3493747"/>
            <a:ext cx="50485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8"/>
          <p:cNvPicPr preferRelativeResize="0"/>
          <p:nvPr/>
        </p:nvPicPr>
        <p:blipFill rotWithShape="1">
          <a:blip r:embed="rId79">
            <a:alphaModFix/>
          </a:blip>
          <a:srcRect b="0" l="0" r="0" t="0"/>
          <a:stretch/>
        </p:blipFill>
        <p:spPr>
          <a:xfrm>
            <a:off x="2229487" y="3493747"/>
            <a:ext cx="35281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8"/>
          <p:cNvPicPr preferRelativeResize="0"/>
          <p:nvPr/>
        </p:nvPicPr>
        <p:blipFill rotWithShape="1">
          <a:blip r:embed="rId80">
            <a:alphaModFix/>
          </a:blip>
          <a:srcRect b="0" l="0" r="0" t="0"/>
          <a:stretch/>
        </p:blipFill>
        <p:spPr>
          <a:xfrm>
            <a:off x="2717159" y="3493747"/>
            <a:ext cx="32221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8"/>
          <p:cNvPicPr preferRelativeResize="0"/>
          <p:nvPr/>
        </p:nvPicPr>
        <p:blipFill rotWithShape="1">
          <a:blip r:embed="rId81">
            <a:alphaModFix/>
          </a:blip>
          <a:srcRect b="0" l="0" r="0" t="0"/>
          <a:stretch/>
        </p:blipFill>
        <p:spPr>
          <a:xfrm>
            <a:off x="3174224" y="3493747"/>
            <a:ext cx="32032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8"/>
          <p:cNvPicPr preferRelativeResize="0"/>
          <p:nvPr/>
        </p:nvPicPr>
        <p:blipFill rotWithShape="1">
          <a:blip r:embed="rId82">
            <a:alphaModFix/>
          </a:blip>
          <a:srcRect b="0" l="0" r="0" t="0"/>
          <a:stretch/>
        </p:blipFill>
        <p:spPr>
          <a:xfrm>
            <a:off x="3629400" y="3493747"/>
            <a:ext cx="31118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8"/>
          <p:cNvPicPr preferRelativeResize="0"/>
          <p:nvPr/>
        </p:nvPicPr>
        <p:blipFill rotWithShape="1">
          <a:blip r:embed="rId83">
            <a:alphaModFix/>
          </a:blip>
          <a:srcRect b="0" l="0" r="0" t="0"/>
          <a:stretch/>
        </p:blipFill>
        <p:spPr>
          <a:xfrm>
            <a:off x="4075436" y="3493747"/>
            <a:ext cx="28318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8"/>
          <p:cNvPicPr preferRelativeResize="0"/>
          <p:nvPr/>
        </p:nvPicPr>
        <p:blipFill rotWithShape="1">
          <a:blip r:embed="rId84">
            <a:alphaModFix/>
          </a:blip>
          <a:srcRect b="0" l="0" r="0" t="0"/>
          <a:stretch/>
        </p:blipFill>
        <p:spPr>
          <a:xfrm>
            <a:off x="4493472" y="3493747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8"/>
          <p:cNvPicPr preferRelativeResize="0"/>
          <p:nvPr/>
        </p:nvPicPr>
        <p:blipFill rotWithShape="1">
          <a:blip r:embed="rId85">
            <a:alphaModFix/>
          </a:blip>
          <a:srcRect b="0" l="0" r="0" t="0"/>
          <a:stretch/>
        </p:blipFill>
        <p:spPr>
          <a:xfrm>
            <a:off x="4930078" y="3493747"/>
            <a:ext cx="254333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8"/>
          <p:cNvSpPr txBox="1"/>
          <p:nvPr/>
        </p:nvSpPr>
        <p:spPr>
          <a:xfrm>
            <a:off x="126723" y="4019589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pic>
        <p:nvPicPr>
          <p:cNvPr id="431" name="Google Shape;431;p28"/>
          <p:cNvPicPr preferRelativeResize="0"/>
          <p:nvPr/>
        </p:nvPicPr>
        <p:blipFill rotWithShape="1">
          <a:blip r:embed="rId86">
            <a:alphaModFix/>
          </a:blip>
          <a:srcRect b="0" l="0" r="0" t="0"/>
          <a:stretch/>
        </p:blipFill>
        <p:spPr>
          <a:xfrm>
            <a:off x="244192" y="4340532"/>
            <a:ext cx="31526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8"/>
          <p:cNvPicPr preferRelativeResize="0"/>
          <p:nvPr/>
        </p:nvPicPr>
        <p:blipFill rotWithShape="1">
          <a:blip r:embed="rId87">
            <a:alphaModFix/>
          </a:blip>
          <a:srcRect b="0" l="0" r="0" t="0"/>
          <a:stretch/>
        </p:blipFill>
        <p:spPr>
          <a:xfrm>
            <a:off x="693387" y="4340532"/>
            <a:ext cx="38317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8"/>
          <p:cNvPicPr preferRelativeResize="0"/>
          <p:nvPr/>
        </p:nvPicPr>
        <p:blipFill rotWithShape="1">
          <a:blip r:embed="rId88">
            <a:alphaModFix/>
          </a:blip>
          <a:srcRect b="0" l="0" r="0" t="0"/>
          <a:stretch/>
        </p:blipFill>
        <p:spPr>
          <a:xfrm>
            <a:off x="1210497" y="434053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8"/>
          <p:cNvPicPr preferRelativeResize="0"/>
          <p:nvPr/>
        </p:nvPicPr>
        <p:blipFill rotWithShape="1">
          <a:blip r:embed="rId89">
            <a:alphaModFix/>
          </a:blip>
          <a:srcRect b="0" l="0" r="0" t="0"/>
          <a:stretch/>
        </p:blipFill>
        <p:spPr>
          <a:xfrm>
            <a:off x="1646181" y="434053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8"/>
          <p:cNvPicPr preferRelativeResize="0"/>
          <p:nvPr/>
        </p:nvPicPr>
        <p:blipFill rotWithShape="1">
          <a:blip r:embed="rId90">
            <a:alphaModFix/>
          </a:blip>
          <a:srcRect b="0" l="0" r="0" t="0"/>
          <a:stretch/>
        </p:blipFill>
        <p:spPr>
          <a:xfrm>
            <a:off x="2081865" y="4340532"/>
            <a:ext cx="25293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8"/>
          <p:cNvPicPr preferRelativeResize="0"/>
          <p:nvPr/>
        </p:nvPicPr>
        <p:blipFill rotWithShape="1">
          <a:blip r:embed="rId91">
            <a:alphaModFix/>
          </a:blip>
          <a:srcRect b="0" l="0" r="0" t="0"/>
          <a:stretch/>
        </p:blipFill>
        <p:spPr>
          <a:xfrm>
            <a:off x="2468736" y="4340532"/>
            <a:ext cx="25002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8"/>
          <p:cNvPicPr preferRelativeResize="0"/>
          <p:nvPr/>
        </p:nvPicPr>
        <p:blipFill rotWithShape="1">
          <a:blip r:embed="rId92">
            <a:alphaModFix/>
          </a:blip>
          <a:srcRect b="0" l="0" r="0" t="0"/>
          <a:stretch/>
        </p:blipFill>
        <p:spPr>
          <a:xfrm>
            <a:off x="2852691" y="4340532"/>
            <a:ext cx="30600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8"/>
          <p:cNvPicPr preferRelativeResize="0"/>
          <p:nvPr/>
        </p:nvPicPr>
        <p:blipFill rotWithShape="1">
          <a:blip r:embed="rId93">
            <a:alphaModFix/>
          </a:blip>
          <a:srcRect b="0" l="0" r="0" t="0"/>
          <a:stretch/>
        </p:blipFill>
        <p:spPr>
          <a:xfrm>
            <a:off x="3292626" y="4340532"/>
            <a:ext cx="32570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8"/>
          <p:cNvPicPr preferRelativeResize="0"/>
          <p:nvPr/>
        </p:nvPicPr>
        <p:blipFill rotWithShape="1">
          <a:blip r:embed="rId94">
            <a:alphaModFix/>
          </a:blip>
          <a:srcRect b="0" l="0" r="0" t="0"/>
          <a:stretch/>
        </p:blipFill>
        <p:spPr>
          <a:xfrm>
            <a:off x="3752259" y="434053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8"/>
          <p:cNvPicPr preferRelativeResize="0"/>
          <p:nvPr/>
        </p:nvPicPr>
        <p:blipFill rotWithShape="1">
          <a:blip r:embed="rId95">
            <a:alphaModFix/>
          </a:blip>
          <a:srcRect b="0" l="0" r="0" t="0"/>
          <a:stretch/>
        </p:blipFill>
        <p:spPr>
          <a:xfrm>
            <a:off x="4187943" y="4340532"/>
            <a:ext cx="33475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8"/>
          <p:cNvPicPr preferRelativeResize="0"/>
          <p:nvPr/>
        </p:nvPicPr>
        <p:blipFill rotWithShape="1">
          <a:blip r:embed="rId96">
            <a:alphaModFix/>
          </a:blip>
          <a:srcRect b="0" l="0" r="0" t="0"/>
          <a:stretch/>
        </p:blipFill>
        <p:spPr>
          <a:xfrm>
            <a:off x="4656632" y="4340532"/>
            <a:ext cx="33408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8"/>
          <p:cNvPicPr preferRelativeResize="0"/>
          <p:nvPr/>
        </p:nvPicPr>
        <p:blipFill rotWithShape="1">
          <a:blip r:embed="rId97">
            <a:alphaModFix/>
          </a:blip>
          <a:srcRect b="0" l="0" r="0" t="0"/>
          <a:stretch/>
        </p:blipFill>
        <p:spPr>
          <a:xfrm>
            <a:off x="5124646" y="434053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8"/>
          <p:cNvPicPr preferRelativeResize="0"/>
          <p:nvPr/>
        </p:nvPicPr>
        <p:blipFill rotWithShape="1">
          <a:blip r:embed="rId98">
            <a:alphaModFix/>
          </a:blip>
          <a:srcRect b="0" l="0" r="0" t="0"/>
          <a:stretch/>
        </p:blipFill>
        <p:spPr>
          <a:xfrm>
            <a:off x="5560330" y="4340532"/>
            <a:ext cx="34007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8"/>
          <p:cNvPicPr preferRelativeResize="0"/>
          <p:nvPr/>
        </p:nvPicPr>
        <p:blipFill rotWithShape="1">
          <a:blip r:embed="rId99">
            <a:alphaModFix/>
          </a:blip>
          <a:srcRect b="0" l="0" r="0" t="0"/>
          <a:stretch/>
        </p:blipFill>
        <p:spPr>
          <a:xfrm>
            <a:off x="6034333" y="434053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8"/>
          <p:cNvPicPr preferRelativeResize="0"/>
          <p:nvPr/>
        </p:nvPicPr>
        <p:blipFill rotWithShape="1">
          <a:blip r:embed="rId100">
            <a:alphaModFix/>
          </a:blip>
          <a:srcRect b="0" l="0" r="0" t="0"/>
          <a:stretch/>
        </p:blipFill>
        <p:spPr>
          <a:xfrm>
            <a:off x="6470017" y="434053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8"/>
          <p:cNvPicPr preferRelativeResize="0"/>
          <p:nvPr/>
        </p:nvPicPr>
        <p:blipFill rotWithShape="1">
          <a:blip r:embed="rId101">
            <a:alphaModFix/>
          </a:blip>
          <a:srcRect b="0" l="0" r="0" t="0"/>
          <a:stretch/>
        </p:blipFill>
        <p:spPr>
          <a:xfrm>
            <a:off x="6905701" y="434053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8"/>
          <p:cNvPicPr preferRelativeResize="0"/>
          <p:nvPr/>
        </p:nvPicPr>
        <p:blipFill rotWithShape="1">
          <a:blip r:embed="rId102">
            <a:alphaModFix/>
          </a:blip>
          <a:srcRect b="0" l="0" r="0" t="0"/>
          <a:stretch/>
        </p:blipFill>
        <p:spPr>
          <a:xfrm>
            <a:off x="7341385" y="4340532"/>
            <a:ext cx="17866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8"/>
          <p:cNvPicPr preferRelativeResize="0"/>
          <p:nvPr/>
        </p:nvPicPr>
        <p:blipFill rotWithShape="1">
          <a:blip r:embed="rId103">
            <a:alphaModFix/>
          </a:blip>
          <a:srcRect b="0" l="0" r="0" t="0"/>
          <a:stretch/>
        </p:blipFill>
        <p:spPr>
          <a:xfrm>
            <a:off x="7653985" y="4340532"/>
            <a:ext cx="32960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8"/>
          <p:cNvPicPr preferRelativeResize="0"/>
          <p:nvPr/>
        </p:nvPicPr>
        <p:blipFill rotWithShape="1">
          <a:blip r:embed="rId104">
            <a:alphaModFix/>
          </a:blip>
          <a:srcRect b="0" l="0" r="0" t="0"/>
          <a:stretch/>
        </p:blipFill>
        <p:spPr>
          <a:xfrm>
            <a:off x="8117516" y="4340532"/>
            <a:ext cx="28094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8"/>
          <p:cNvSpPr txBox="1"/>
          <p:nvPr/>
        </p:nvSpPr>
        <p:spPr>
          <a:xfrm>
            <a:off x="126723" y="4794842"/>
            <a:ext cx="1672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Warehouse</a:t>
            </a:r>
            <a:endParaRPr/>
          </a:p>
        </p:txBody>
      </p:sp>
      <p:pic>
        <p:nvPicPr>
          <p:cNvPr id="451" name="Google Shape;451;p28"/>
          <p:cNvPicPr preferRelativeResize="0"/>
          <p:nvPr/>
        </p:nvPicPr>
        <p:blipFill rotWithShape="1">
          <a:blip r:embed="rId105">
            <a:alphaModFix/>
          </a:blip>
          <a:srcRect b="0" l="0" r="0" t="0"/>
          <a:stretch/>
        </p:blipFill>
        <p:spPr>
          <a:xfrm>
            <a:off x="245745" y="5103487"/>
            <a:ext cx="31215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8"/>
          <p:cNvPicPr preferRelativeResize="0"/>
          <p:nvPr/>
        </p:nvPicPr>
        <p:blipFill rotWithShape="1">
          <a:blip r:embed="rId106">
            <a:alphaModFix/>
          </a:blip>
          <a:srcRect b="0" l="0" r="0" t="0"/>
          <a:stretch/>
        </p:blipFill>
        <p:spPr>
          <a:xfrm>
            <a:off x="691139" y="5103487"/>
            <a:ext cx="32869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8"/>
          <p:cNvPicPr preferRelativeResize="0"/>
          <p:nvPr/>
        </p:nvPicPr>
        <p:blipFill rotWithShape="1">
          <a:blip r:embed="rId107">
            <a:alphaModFix/>
          </a:blip>
          <a:srcRect b="0" l="0" r="0" t="0"/>
          <a:stretch/>
        </p:blipFill>
        <p:spPr>
          <a:xfrm>
            <a:off x="1153070" y="5103487"/>
            <a:ext cx="40915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8"/>
          <p:cNvPicPr preferRelativeResize="0"/>
          <p:nvPr/>
        </p:nvPicPr>
        <p:blipFill rotWithShape="1">
          <a:blip r:embed="rId108">
            <a:alphaModFix/>
          </a:blip>
          <a:srcRect b="0" l="0" r="0" t="0"/>
          <a:stretch/>
        </p:blipFill>
        <p:spPr>
          <a:xfrm>
            <a:off x="1695463" y="5103487"/>
            <a:ext cx="47777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8"/>
          <p:cNvPicPr preferRelativeResize="0"/>
          <p:nvPr/>
        </p:nvPicPr>
        <p:blipFill rotWithShape="1">
          <a:blip r:embed="rId109">
            <a:alphaModFix/>
          </a:blip>
          <a:srcRect b="0" l="0" r="0" t="0"/>
          <a:stretch/>
        </p:blipFill>
        <p:spPr>
          <a:xfrm>
            <a:off x="2306476" y="5103487"/>
            <a:ext cx="36092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8"/>
          <p:cNvPicPr preferRelativeResize="0"/>
          <p:nvPr/>
        </p:nvPicPr>
        <p:blipFill rotWithShape="1">
          <a:blip r:embed="rId110">
            <a:alphaModFix/>
          </a:blip>
          <a:srcRect b="0" l="0" r="0" t="0"/>
          <a:stretch/>
        </p:blipFill>
        <p:spPr>
          <a:xfrm>
            <a:off x="2800633" y="5103487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8"/>
          <p:cNvPicPr preferRelativeResize="0"/>
          <p:nvPr/>
        </p:nvPicPr>
        <p:blipFill rotWithShape="1">
          <a:blip r:embed="rId111">
            <a:alphaModFix/>
          </a:blip>
          <a:srcRect b="0" l="0" r="0" t="0"/>
          <a:stretch/>
        </p:blipFill>
        <p:spPr>
          <a:xfrm>
            <a:off x="3235622" y="5103487"/>
            <a:ext cx="51822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/>
          <p:cNvPicPr preferRelativeResize="0"/>
          <p:nvPr/>
        </p:nvPicPr>
        <p:blipFill rotWithShape="1">
          <a:blip r:embed="rId112">
            <a:alphaModFix/>
          </a:blip>
          <a:srcRect b="0" l="0" r="0" t="0"/>
          <a:stretch/>
        </p:blipFill>
        <p:spPr>
          <a:xfrm>
            <a:off x="3887088" y="5103487"/>
            <a:ext cx="37138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/>
          <p:cNvPicPr preferRelativeResize="0"/>
          <p:nvPr/>
        </p:nvPicPr>
        <p:blipFill rotWithShape="1">
          <a:blip r:embed="rId113">
            <a:alphaModFix/>
          </a:blip>
          <a:srcRect b="0" l="0" r="0" t="0"/>
          <a:stretch/>
        </p:blipFill>
        <p:spPr>
          <a:xfrm>
            <a:off x="4391713" y="5103487"/>
            <a:ext cx="38879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8"/>
          <p:cNvPicPr preferRelativeResize="0"/>
          <p:nvPr/>
        </p:nvPicPr>
        <p:blipFill rotWithShape="1">
          <a:blip r:embed="rId114">
            <a:alphaModFix/>
          </a:blip>
          <a:srcRect b="0" l="0" r="0" t="0"/>
          <a:stretch/>
        </p:blipFill>
        <p:spPr>
          <a:xfrm>
            <a:off x="4913745" y="5103487"/>
            <a:ext cx="29680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8"/>
          <p:cNvPicPr preferRelativeResize="0"/>
          <p:nvPr/>
        </p:nvPicPr>
        <p:blipFill rotWithShape="1">
          <a:blip r:embed="rId115">
            <a:alphaModFix/>
          </a:blip>
          <a:srcRect b="0" l="0" r="0" t="0"/>
          <a:stretch/>
        </p:blipFill>
        <p:spPr>
          <a:xfrm>
            <a:off x="5343789" y="5103487"/>
            <a:ext cx="34410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8"/>
          <p:cNvPicPr preferRelativeResize="0"/>
          <p:nvPr/>
        </p:nvPicPr>
        <p:blipFill rotWithShape="1">
          <a:blip r:embed="rId116">
            <a:alphaModFix/>
          </a:blip>
          <a:srcRect b="0" l="0" r="0" t="0"/>
          <a:stretch/>
        </p:blipFill>
        <p:spPr>
          <a:xfrm>
            <a:off x="5821129" y="5103487"/>
            <a:ext cx="34237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/>
          <p:cNvPicPr preferRelativeResize="0"/>
          <p:nvPr/>
        </p:nvPicPr>
        <p:blipFill rotWithShape="1">
          <a:blip r:embed="rId117">
            <a:alphaModFix/>
          </a:blip>
          <a:srcRect b="0" l="0" r="0" t="0"/>
          <a:stretch/>
        </p:blipFill>
        <p:spPr>
          <a:xfrm>
            <a:off x="6296738" y="5103487"/>
            <a:ext cx="28641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8"/>
          <p:cNvPicPr preferRelativeResize="0"/>
          <p:nvPr/>
        </p:nvPicPr>
        <p:blipFill rotWithShape="1">
          <a:blip r:embed="rId118">
            <a:alphaModFix/>
          </a:blip>
          <a:srcRect b="0" l="0" r="0" t="0"/>
          <a:stretch/>
        </p:blipFill>
        <p:spPr>
          <a:xfrm>
            <a:off x="6716385" y="5103487"/>
            <a:ext cx="40068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8"/>
          <p:cNvPicPr preferRelativeResize="0"/>
          <p:nvPr/>
        </p:nvPicPr>
        <p:blipFill rotWithShape="1">
          <a:blip r:embed="rId119">
            <a:alphaModFix/>
          </a:blip>
          <a:srcRect b="0" l="0" r="0" t="0"/>
          <a:stretch/>
        </p:blipFill>
        <p:spPr>
          <a:xfrm>
            <a:off x="7250309" y="5103487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8"/>
          <p:cNvPicPr preferRelativeResize="0"/>
          <p:nvPr/>
        </p:nvPicPr>
        <p:blipFill rotWithShape="1">
          <a:blip r:embed="rId120">
            <a:alphaModFix/>
          </a:blip>
          <a:srcRect b="0" l="0" r="0" t="0"/>
          <a:stretch/>
        </p:blipFill>
        <p:spPr>
          <a:xfrm>
            <a:off x="7685298" y="5103487"/>
            <a:ext cx="20426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8"/>
          <p:cNvPicPr preferRelativeResize="0"/>
          <p:nvPr/>
        </p:nvPicPr>
        <p:blipFill rotWithShape="1">
          <a:blip r:embed="rId121">
            <a:alphaModFix/>
          </a:blip>
          <a:srcRect b="0" l="0" r="0" t="0"/>
          <a:stretch/>
        </p:blipFill>
        <p:spPr>
          <a:xfrm>
            <a:off x="8022799" y="5103487"/>
            <a:ext cx="25068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8"/>
          <p:cNvPicPr preferRelativeResize="0"/>
          <p:nvPr/>
        </p:nvPicPr>
        <p:blipFill rotWithShape="1">
          <a:blip r:embed="rId122">
            <a:alphaModFix/>
          </a:blip>
          <a:srcRect b="0" l="0" r="0" t="0"/>
          <a:stretch/>
        </p:blipFill>
        <p:spPr>
          <a:xfrm>
            <a:off x="8406722" y="5103487"/>
            <a:ext cx="29731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8"/>
          <p:cNvPicPr preferRelativeResize="0"/>
          <p:nvPr/>
        </p:nvPicPr>
        <p:blipFill rotWithShape="1">
          <a:blip r:embed="rId123">
            <a:alphaModFix/>
          </a:blip>
          <a:srcRect b="0" l="0" r="0" t="0"/>
          <a:stretch/>
        </p:blipFill>
        <p:spPr>
          <a:xfrm>
            <a:off x="8837274" y="5103487"/>
            <a:ext cx="25060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8"/>
          <p:cNvPicPr preferRelativeResize="0"/>
          <p:nvPr/>
        </p:nvPicPr>
        <p:blipFill rotWithShape="1">
          <a:blip r:embed="rId124">
            <a:alphaModFix/>
          </a:blip>
          <a:srcRect b="0" l="0" r="0" t="0"/>
          <a:stretch/>
        </p:blipFill>
        <p:spPr>
          <a:xfrm>
            <a:off x="9221118" y="5103487"/>
            <a:ext cx="402336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125">
            <a:alphaModFix/>
          </a:blip>
          <a:srcRect b="0" l="0" r="0" t="0"/>
          <a:stretch/>
        </p:blipFill>
        <p:spPr>
          <a:xfrm>
            <a:off x="9756691" y="5103487"/>
            <a:ext cx="31133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28"/>
          <p:cNvPicPr preferRelativeResize="0"/>
          <p:nvPr/>
        </p:nvPicPr>
        <p:blipFill rotWithShape="1">
          <a:blip r:embed="rId126">
            <a:alphaModFix/>
          </a:blip>
          <a:srcRect b="0" l="0" r="0" t="0"/>
          <a:stretch/>
        </p:blipFill>
        <p:spPr>
          <a:xfrm>
            <a:off x="10201259" y="5103487"/>
            <a:ext cx="19816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8"/>
          <p:cNvPicPr preferRelativeResize="0"/>
          <p:nvPr/>
        </p:nvPicPr>
        <p:blipFill rotWithShape="1">
          <a:blip r:embed="rId127">
            <a:alphaModFix/>
          </a:blip>
          <a:srcRect b="0" l="0" r="0" t="0"/>
          <a:stretch/>
        </p:blipFill>
        <p:spPr>
          <a:xfrm>
            <a:off x="10532661" y="5103487"/>
            <a:ext cx="36418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8"/>
          <p:cNvPicPr preferRelativeResize="0"/>
          <p:nvPr/>
        </p:nvPicPr>
        <p:blipFill rotWithShape="1">
          <a:blip r:embed="rId128">
            <a:alphaModFix/>
          </a:blip>
          <a:srcRect b="0" l="0" r="0" t="0"/>
          <a:stretch/>
        </p:blipFill>
        <p:spPr>
          <a:xfrm>
            <a:off x="11030083" y="5103487"/>
            <a:ext cx="22303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8"/>
          <p:cNvPicPr preferRelativeResize="0"/>
          <p:nvPr/>
        </p:nvPicPr>
        <p:blipFill rotWithShape="1">
          <a:blip r:embed="rId129">
            <a:alphaModFix/>
          </a:blip>
          <a:srcRect b="0" l="0" r="0" t="0"/>
          <a:stretch/>
        </p:blipFill>
        <p:spPr>
          <a:xfrm>
            <a:off x="11386353" y="5103487"/>
            <a:ext cx="25002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8"/>
          <p:cNvPicPr preferRelativeResize="0"/>
          <p:nvPr/>
        </p:nvPicPr>
        <p:blipFill rotWithShape="1">
          <a:blip r:embed="rId130">
            <a:alphaModFix/>
          </a:blip>
          <a:srcRect b="0" l="0" r="0" t="0"/>
          <a:stretch/>
        </p:blipFill>
        <p:spPr>
          <a:xfrm>
            <a:off x="245745" y="5568764"/>
            <a:ext cx="39174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8"/>
          <p:cNvPicPr preferRelativeResize="0"/>
          <p:nvPr/>
        </p:nvPicPr>
        <p:blipFill rotWithShape="1">
          <a:blip r:embed="rId131">
            <a:alphaModFix/>
          </a:blip>
          <a:srcRect b="0" l="0" r="0" t="0"/>
          <a:stretch/>
        </p:blipFill>
        <p:spPr>
          <a:xfrm>
            <a:off x="770424" y="5568764"/>
            <a:ext cx="39050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8"/>
          <p:cNvPicPr preferRelativeResize="0"/>
          <p:nvPr/>
        </p:nvPicPr>
        <p:blipFill rotWithShape="1">
          <a:blip r:embed="rId132">
            <a:alphaModFix/>
          </a:blip>
          <a:srcRect b="0" l="0" r="0" t="0"/>
          <a:stretch/>
        </p:blipFill>
        <p:spPr>
          <a:xfrm>
            <a:off x="1293858" y="5568764"/>
            <a:ext cx="31612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8"/>
          <p:cNvPicPr preferRelativeResize="0"/>
          <p:nvPr/>
        </p:nvPicPr>
        <p:blipFill rotWithShape="1">
          <a:blip r:embed="rId133">
            <a:alphaModFix/>
          </a:blip>
          <a:srcRect b="0" l="0" r="0" t="0"/>
          <a:stretch/>
        </p:blipFill>
        <p:spPr>
          <a:xfrm>
            <a:off x="1742909" y="5568764"/>
            <a:ext cx="46380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8"/>
          <p:cNvPicPr preferRelativeResize="0"/>
          <p:nvPr/>
        </p:nvPicPr>
        <p:blipFill rotWithShape="1">
          <a:blip r:embed="rId134">
            <a:alphaModFix/>
          </a:blip>
          <a:srcRect b="0" l="0" r="0" t="0"/>
          <a:stretch/>
        </p:blipFill>
        <p:spPr>
          <a:xfrm>
            <a:off x="2339643" y="5568764"/>
            <a:ext cx="29688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8"/>
          <p:cNvPicPr preferRelativeResize="0"/>
          <p:nvPr/>
        </p:nvPicPr>
        <p:blipFill rotWithShape="1">
          <a:blip r:embed="rId135">
            <a:alphaModFix/>
          </a:blip>
          <a:srcRect b="0" l="0" r="0" t="0"/>
          <a:stretch/>
        </p:blipFill>
        <p:spPr>
          <a:xfrm>
            <a:off x="2769458" y="5568764"/>
            <a:ext cx="43294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136">
            <a:alphaModFix/>
          </a:blip>
          <a:srcRect b="0" l="0" r="0" t="0"/>
          <a:stretch/>
        </p:blipFill>
        <p:spPr>
          <a:xfrm>
            <a:off x="3335337" y="5568764"/>
            <a:ext cx="29696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8"/>
          <p:cNvPicPr preferRelativeResize="0"/>
          <p:nvPr/>
        </p:nvPicPr>
        <p:blipFill rotWithShape="1">
          <a:blip r:embed="rId137">
            <a:alphaModFix/>
          </a:blip>
          <a:srcRect b="0" l="0" r="0" t="0"/>
          <a:stretch/>
        </p:blipFill>
        <p:spPr>
          <a:xfrm>
            <a:off x="3765229" y="5568764"/>
            <a:ext cx="29232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8"/>
          <p:cNvPicPr preferRelativeResize="0"/>
          <p:nvPr/>
        </p:nvPicPr>
        <p:blipFill rotWithShape="1">
          <a:blip r:embed="rId138">
            <a:alphaModFix/>
          </a:blip>
          <a:srcRect b="0" l="0" r="0" t="0"/>
          <a:stretch/>
        </p:blipFill>
        <p:spPr>
          <a:xfrm>
            <a:off x="4190481" y="556876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8"/>
          <p:cNvPicPr preferRelativeResize="0"/>
          <p:nvPr/>
        </p:nvPicPr>
        <p:blipFill rotWithShape="1">
          <a:blip r:embed="rId139">
            <a:alphaModFix/>
          </a:blip>
          <a:srcRect b="0" l="0" r="0" t="0"/>
          <a:stretch/>
        </p:blipFill>
        <p:spPr>
          <a:xfrm>
            <a:off x="4625163" y="556876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8"/>
          <p:cNvPicPr preferRelativeResize="0"/>
          <p:nvPr/>
        </p:nvPicPr>
        <p:blipFill rotWithShape="1">
          <a:blip r:embed="rId140">
            <a:alphaModFix/>
          </a:blip>
          <a:srcRect b="0" l="0" r="0" t="0"/>
          <a:stretch/>
        </p:blipFill>
        <p:spPr>
          <a:xfrm>
            <a:off x="5059845" y="5568764"/>
            <a:ext cx="30678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8"/>
          <p:cNvPicPr preferRelativeResize="0"/>
          <p:nvPr/>
        </p:nvPicPr>
        <p:blipFill rotWithShape="1">
          <a:blip r:embed="rId141">
            <a:alphaModFix/>
          </a:blip>
          <a:srcRect b="0" l="0" r="0" t="0"/>
          <a:stretch/>
        </p:blipFill>
        <p:spPr>
          <a:xfrm>
            <a:off x="5499556" y="5568764"/>
            <a:ext cx="32121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8"/>
          <p:cNvPicPr preferRelativeResize="0"/>
          <p:nvPr/>
        </p:nvPicPr>
        <p:blipFill rotWithShape="1">
          <a:blip r:embed="rId142">
            <a:alphaModFix/>
          </a:blip>
          <a:srcRect b="0" l="0" r="0" t="0"/>
          <a:stretch/>
        </p:blipFill>
        <p:spPr>
          <a:xfrm>
            <a:off x="5953705" y="5568764"/>
            <a:ext cx="33095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8"/>
          <p:cNvPicPr preferRelativeResize="0"/>
          <p:nvPr/>
        </p:nvPicPr>
        <p:blipFill rotWithShape="1">
          <a:blip r:embed="rId143">
            <a:alphaModFix/>
          </a:blip>
          <a:srcRect b="0" l="0" r="0" t="0"/>
          <a:stretch/>
        </p:blipFill>
        <p:spPr>
          <a:xfrm>
            <a:off x="6417589" y="5568764"/>
            <a:ext cx="32689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8"/>
          <p:cNvPicPr preferRelativeResize="0"/>
          <p:nvPr/>
        </p:nvPicPr>
        <p:blipFill rotWithShape="1">
          <a:blip r:embed="rId144">
            <a:alphaModFix/>
          </a:blip>
          <a:srcRect b="0" l="0" r="0" t="0"/>
          <a:stretch/>
        </p:blipFill>
        <p:spPr>
          <a:xfrm>
            <a:off x="6877417" y="5568764"/>
            <a:ext cx="32689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8"/>
          <p:cNvPicPr preferRelativeResize="0"/>
          <p:nvPr/>
        </p:nvPicPr>
        <p:blipFill rotWithShape="1">
          <a:blip r:embed="rId145">
            <a:alphaModFix/>
          </a:blip>
          <a:srcRect b="0" l="0" r="0" t="0"/>
          <a:stretch/>
        </p:blipFill>
        <p:spPr>
          <a:xfrm>
            <a:off x="7337245" y="5568764"/>
            <a:ext cx="32452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8"/>
          <p:cNvPicPr preferRelativeResize="0"/>
          <p:nvPr/>
        </p:nvPicPr>
        <p:blipFill rotWithShape="1">
          <a:blip r:embed="rId146">
            <a:alphaModFix/>
          </a:blip>
          <a:srcRect b="0" l="0" r="0" t="0"/>
          <a:stretch/>
        </p:blipFill>
        <p:spPr>
          <a:xfrm>
            <a:off x="7794702" y="5568764"/>
            <a:ext cx="39175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8"/>
          <p:cNvPicPr preferRelativeResize="0"/>
          <p:nvPr/>
        </p:nvPicPr>
        <p:blipFill rotWithShape="1">
          <a:blip r:embed="rId147">
            <a:alphaModFix/>
          </a:blip>
          <a:srcRect b="0" l="0" r="0" t="0"/>
          <a:stretch/>
        </p:blipFill>
        <p:spPr>
          <a:xfrm>
            <a:off x="8319382" y="556876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8"/>
          <p:cNvPicPr preferRelativeResize="0"/>
          <p:nvPr/>
        </p:nvPicPr>
        <p:blipFill rotWithShape="1">
          <a:blip r:embed="rId148">
            <a:alphaModFix/>
          </a:blip>
          <a:srcRect b="0" l="0" r="0" t="0"/>
          <a:stretch/>
        </p:blipFill>
        <p:spPr>
          <a:xfrm>
            <a:off x="8754064" y="556876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8"/>
          <p:cNvPicPr preferRelativeResize="0"/>
          <p:nvPr/>
        </p:nvPicPr>
        <p:blipFill rotWithShape="1">
          <a:blip r:embed="rId149">
            <a:alphaModFix/>
          </a:blip>
          <a:srcRect b="0" l="0" r="0" t="0"/>
          <a:stretch/>
        </p:blipFill>
        <p:spPr>
          <a:xfrm>
            <a:off x="9188746" y="556876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8"/>
          <p:cNvPicPr preferRelativeResize="0"/>
          <p:nvPr/>
        </p:nvPicPr>
        <p:blipFill rotWithShape="1">
          <a:blip r:embed="rId150">
            <a:alphaModFix/>
          </a:blip>
          <a:srcRect b="0" l="0" r="0" t="0"/>
          <a:stretch/>
        </p:blipFill>
        <p:spPr>
          <a:xfrm>
            <a:off x="9623428" y="5568764"/>
            <a:ext cx="30678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8"/>
          <p:cNvPicPr preferRelativeResize="0"/>
          <p:nvPr/>
        </p:nvPicPr>
        <p:blipFill rotWithShape="1">
          <a:blip r:embed="rId151">
            <a:alphaModFix/>
          </a:blip>
          <a:srcRect b="0" l="0" r="0" t="0"/>
          <a:stretch/>
        </p:blipFill>
        <p:spPr>
          <a:xfrm>
            <a:off x="10063139" y="5568764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8"/>
          <p:cNvPicPr preferRelativeResize="0"/>
          <p:nvPr/>
        </p:nvPicPr>
        <p:blipFill rotWithShape="1">
          <a:blip r:embed="rId152">
            <a:alphaModFix/>
          </a:blip>
          <a:srcRect b="0" l="0" r="0" t="0"/>
          <a:stretch/>
        </p:blipFill>
        <p:spPr>
          <a:xfrm>
            <a:off x="10497821" y="5568764"/>
            <a:ext cx="31164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8"/>
          <p:cNvPicPr preferRelativeResize="0"/>
          <p:nvPr/>
        </p:nvPicPr>
        <p:blipFill rotWithShape="1">
          <a:blip r:embed="rId153">
            <a:alphaModFix/>
          </a:blip>
          <a:srcRect b="0" l="0" r="0" t="0"/>
          <a:stretch/>
        </p:blipFill>
        <p:spPr>
          <a:xfrm>
            <a:off x="10942396" y="5568764"/>
            <a:ext cx="31103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8"/>
          <p:cNvPicPr preferRelativeResize="0"/>
          <p:nvPr/>
        </p:nvPicPr>
        <p:blipFill rotWithShape="1">
          <a:blip r:embed="rId154">
            <a:alphaModFix/>
          </a:blip>
          <a:srcRect b="0" l="0" r="0" t="0"/>
          <a:stretch/>
        </p:blipFill>
        <p:spPr>
          <a:xfrm>
            <a:off x="11386352" y="5568764"/>
            <a:ext cx="30619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8"/>
          <p:cNvPicPr preferRelativeResize="0"/>
          <p:nvPr/>
        </p:nvPicPr>
        <p:blipFill rotWithShape="1">
          <a:blip r:embed="rId155">
            <a:alphaModFix/>
          </a:blip>
          <a:srcRect b="0" l="0" r="0" t="0"/>
          <a:stretch/>
        </p:blipFill>
        <p:spPr>
          <a:xfrm>
            <a:off x="245744" y="6023059"/>
            <a:ext cx="39502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28"/>
          <p:cNvPicPr preferRelativeResize="0"/>
          <p:nvPr/>
        </p:nvPicPr>
        <p:blipFill rotWithShape="1">
          <a:blip r:embed="rId156">
            <a:alphaModFix/>
          </a:blip>
          <a:srcRect b="0" l="0" r="0" t="0"/>
          <a:stretch/>
        </p:blipFill>
        <p:spPr>
          <a:xfrm>
            <a:off x="802154" y="6023059"/>
            <a:ext cx="38116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8"/>
          <p:cNvPicPr preferRelativeResize="0"/>
          <p:nvPr/>
        </p:nvPicPr>
        <p:blipFill rotWithShape="1">
          <a:blip r:embed="rId157">
            <a:alphaModFix/>
          </a:blip>
          <a:srcRect b="0" l="0" r="0" t="0"/>
          <a:stretch/>
        </p:blipFill>
        <p:spPr>
          <a:xfrm>
            <a:off x="1344702" y="6023059"/>
            <a:ext cx="33243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8"/>
          <p:cNvPicPr preferRelativeResize="0"/>
          <p:nvPr/>
        </p:nvPicPr>
        <p:blipFill rotWithShape="1">
          <a:blip r:embed="rId158">
            <a:alphaModFix/>
          </a:blip>
          <a:srcRect b="0" l="0" r="0" t="0"/>
          <a:stretch/>
        </p:blipFill>
        <p:spPr>
          <a:xfrm>
            <a:off x="1838529" y="6023059"/>
            <a:ext cx="26654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28"/>
          <p:cNvPicPr preferRelativeResize="0"/>
          <p:nvPr/>
        </p:nvPicPr>
        <p:blipFill rotWithShape="1">
          <a:blip r:embed="rId159">
            <a:alphaModFix/>
          </a:blip>
          <a:srcRect b="0" l="0" r="0" t="0"/>
          <a:stretch/>
        </p:blipFill>
        <p:spPr>
          <a:xfrm>
            <a:off x="2266464" y="6023059"/>
            <a:ext cx="35579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8"/>
          <p:cNvPicPr preferRelativeResize="0"/>
          <p:nvPr/>
        </p:nvPicPr>
        <p:blipFill rotWithShape="1">
          <a:blip r:embed="rId160">
            <a:alphaModFix/>
          </a:blip>
          <a:srcRect b="0" l="0" r="0" t="0"/>
          <a:stretch/>
        </p:blipFill>
        <p:spPr>
          <a:xfrm>
            <a:off x="2783650" y="6023059"/>
            <a:ext cx="26822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8"/>
          <p:cNvPicPr preferRelativeResize="0"/>
          <p:nvPr/>
        </p:nvPicPr>
        <p:blipFill rotWithShape="1">
          <a:blip r:embed="rId161">
            <a:alphaModFix/>
          </a:blip>
          <a:srcRect b="0" l="0" r="0" t="0"/>
          <a:stretch/>
        </p:blipFill>
        <p:spPr>
          <a:xfrm>
            <a:off x="3213262" y="6023059"/>
            <a:ext cx="26822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8"/>
          <p:cNvPicPr preferRelativeResize="0"/>
          <p:nvPr/>
        </p:nvPicPr>
        <p:blipFill rotWithShape="1">
          <a:blip r:embed="rId162">
            <a:alphaModFix/>
          </a:blip>
          <a:srcRect b="0" l="0" r="0" t="0"/>
          <a:stretch/>
        </p:blipFill>
        <p:spPr>
          <a:xfrm>
            <a:off x="3642874" y="6023059"/>
            <a:ext cx="37719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28"/>
          <p:cNvPicPr preferRelativeResize="0"/>
          <p:nvPr/>
        </p:nvPicPr>
        <p:blipFill rotWithShape="1">
          <a:blip r:embed="rId163">
            <a:alphaModFix/>
          </a:blip>
          <a:srcRect b="0" l="0" r="0" t="0"/>
          <a:stretch/>
        </p:blipFill>
        <p:spPr>
          <a:xfrm>
            <a:off x="4181453" y="6023059"/>
            <a:ext cx="30639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8"/>
          <p:cNvPicPr preferRelativeResize="0"/>
          <p:nvPr/>
        </p:nvPicPr>
        <p:blipFill rotWithShape="1">
          <a:blip r:embed="rId164">
            <a:alphaModFix/>
          </a:blip>
          <a:srcRect b="0" l="0" r="0" t="0"/>
          <a:stretch/>
        </p:blipFill>
        <p:spPr>
          <a:xfrm>
            <a:off x="4649235" y="6023059"/>
            <a:ext cx="32532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8"/>
          <p:cNvPicPr preferRelativeResize="0"/>
          <p:nvPr/>
        </p:nvPicPr>
        <p:blipFill rotWithShape="1">
          <a:blip r:embed="rId165">
            <a:alphaModFix/>
          </a:blip>
          <a:srcRect b="0" l="0" r="0" t="0"/>
          <a:stretch/>
        </p:blipFill>
        <p:spPr>
          <a:xfrm>
            <a:off x="5135950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8"/>
          <p:cNvPicPr preferRelativeResize="0"/>
          <p:nvPr/>
        </p:nvPicPr>
        <p:blipFill rotWithShape="1">
          <a:blip r:embed="rId166">
            <a:alphaModFix/>
          </a:blip>
          <a:srcRect b="0" l="0" r="0" t="0"/>
          <a:stretch/>
        </p:blipFill>
        <p:spPr>
          <a:xfrm>
            <a:off x="5599090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8"/>
          <p:cNvPicPr preferRelativeResize="0"/>
          <p:nvPr/>
        </p:nvPicPr>
        <p:blipFill rotWithShape="1">
          <a:blip r:embed="rId167">
            <a:alphaModFix/>
          </a:blip>
          <a:srcRect b="0" l="0" r="0" t="0"/>
          <a:stretch/>
        </p:blipFill>
        <p:spPr>
          <a:xfrm>
            <a:off x="6062230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8"/>
          <p:cNvPicPr preferRelativeResize="0"/>
          <p:nvPr/>
        </p:nvPicPr>
        <p:blipFill rotWithShape="1">
          <a:blip r:embed="rId168">
            <a:alphaModFix/>
          </a:blip>
          <a:srcRect b="0" l="0" r="0" t="0"/>
          <a:stretch/>
        </p:blipFill>
        <p:spPr>
          <a:xfrm>
            <a:off x="6525370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8"/>
          <p:cNvPicPr preferRelativeResize="0"/>
          <p:nvPr/>
        </p:nvPicPr>
        <p:blipFill rotWithShape="1">
          <a:blip r:embed="rId169">
            <a:alphaModFix/>
          </a:blip>
          <a:srcRect b="0" l="0" r="0" t="0"/>
          <a:stretch/>
        </p:blipFill>
        <p:spPr>
          <a:xfrm>
            <a:off x="6988510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8"/>
          <p:cNvPicPr preferRelativeResize="0"/>
          <p:nvPr/>
        </p:nvPicPr>
        <p:blipFill rotWithShape="1">
          <a:blip r:embed="rId170">
            <a:alphaModFix/>
          </a:blip>
          <a:srcRect b="0" l="0" r="0" t="0"/>
          <a:stretch/>
        </p:blipFill>
        <p:spPr>
          <a:xfrm>
            <a:off x="7451650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8"/>
          <p:cNvPicPr preferRelativeResize="0"/>
          <p:nvPr/>
        </p:nvPicPr>
        <p:blipFill rotWithShape="1">
          <a:blip r:embed="rId171">
            <a:alphaModFix/>
          </a:blip>
          <a:srcRect b="0" l="0" r="0" t="0"/>
          <a:stretch/>
        </p:blipFill>
        <p:spPr>
          <a:xfrm>
            <a:off x="7914790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8"/>
          <p:cNvPicPr preferRelativeResize="0"/>
          <p:nvPr/>
        </p:nvPicPr>
        <p:blipFill rotWithShape="1">
          <a:blip r:embed="rId172">
            <a:alphaModFix/>
          </a:blip>
          <a:srcRect b="0" l="0" r="0" t="0"/>
          <a:stretch/>
        </p:blipFill>
        <p:spPr>
          <a:xfrm>
            <a:off x="8377930" y="6023059"/>
            <a:ext cx="247867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8"/>
          <p:cNvPicPr preferRelativeResize="0"/>
          <p:nvPr/>
        </p:nvPicPr>
        <p:blipFill rotWithShape="1">
          <a:blip r:embed="rId173">
            <a:alphaModFix/>
          </a:blip>
          <a:srcRect b="0" l="0" r="0" t="0"/>
          <a:stretch/>
        </p:blipFill>
        <p:spPr>
          <a:xfrm>
            <a:off x="8787185" y="6023059"/>
            <a:ext cx="277611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8"/>
          <p:cNvPicPr preferRelativeResize="0"/>
          <p:nvPr/>
        </p:nvPicPr>
        <p:blipFill rotWithShape="1">
          <a:blip r:embed="rId174">
            <a:alphaModFix/>
          </a:blip>
          <a:srcRect b="0" l="0" r="0" t="0"/>
          <a:stretch/>
        </p:blipFill>
        <p:spPr>
          <a:xfrm>
            <a:off x="9226184" y="6023059"/>
            <a:ext cx="374589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8"/>
          <p:cNvPicPr preferRelativeResize="0"/>
          <p:nvPr/>
        </p:nvPicPr>
        <p:blipFill rotWithShape="1">
          <a:blip r:embed="rId175">
            <a:alphaModFix/>
          </a:blip>
          <a:srcRect b="0" l="0" r="0" t="0"/>
          <a:stretch/>
        </p:blipFill>
        <p:spPr>
          <a:xfrm>
            <a:off x="9762161" y="6023059"/>
            <a:ext cx="18569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8"/>
          <p:cNvPicPr preferRelativeResize="0"/>
          <p:nvPr/>
        </p:nvPicPr>
        <p:blipFill rotWithShape="1">
          <a:blip r:embed="rId176">
            <a:alphaModFix/>
          </a:blip>
          <a:srcRect b="0" l="0" r="0" t="0"/>
          <a:stretch/>
        </p:blipFill>
        <p:spPr>
          <a:xfrm>
            <a:off x="10109242" y="6023059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8"/>
          <p:cNvPicPr preferRelativeResize="0"/>
          <p:nvPr/>
        </p:nvPicPr>
        <p:blipFill rotWithShape="1">
          <a:blip r:embed="rId177">
            <a:alphaModFix/>
          </a:blip>
          <a:srcRect b="0" l="0" r="0" t="0"/>
          <a:stretch/>
        </p:blipFill>
        <p:spPr>
          <a:xfrm>
            <a:off x="10572382" y="6023059"/>
            <a:ext cx="32122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8"/>
          <p:cNvPicPr preferRelativeResize="0"/>
          <p:nvPr/>
        </p:nvPicPr>
        <p:blipFill rotWithShape="1">
          <a:blip r:embed="rId178">
            <a:alphaModFix/>
          </a:blip>
          <a:srcRect b="0" l="0" r="0" t="0"/>
          <a:stretch/>
        </p:blipFill>
        <p:spPr>
          <a:xfrm>
            <a:off x="11054990" y="6023059"/>
            <a:ext cx="20991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8"/>
          <p:cNvPicPr preferRelativeResize="0"/>
          <p:nvPr/>
        </p:nvPicPr>
        <p:blipFill rotWithShape="1">
          <a:blip r:embed="rId179">
            <a:alphaModFix/>
          </a:blip>
          <a:srcRect b="0" l="0" r="0" t="0"/>
          <a:stretch/>
        </p:blipFill>
        <p:spPr>
          <a:xfrm>
            <a:off x="11426290" y="6023059"/>
            <a:ext cx="226314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8"/>
          <p:cNvPicPr preferRelativeResize="0"/>
          <p:nvPr/>
        </p:nvPicPr>
        <p:blipFill rotWithShape="1">
          <a:blip r:embed="rId180">
            <a:alphaModFix/>
          </a:blip>
          <a:srcRect b="0" l="0" r="0" t="0"/>
          <a:stretch/>
        </p:blipFill>
        <p:spPr>
          <a:xfrm>
            <a:off x="296981" y="6364520"/>
            <a:ext cx="29169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8"/>
          <p:cNvPicPr preferRelativeResize="0"/>
          <p:nvPr/>
        </p:nvPicPr>
        <p:blipFill rotWithShape="1">
          <a:blip r:embed="rId181">
            <a:alphaModFix/>
          </a:blip>
          <a:srcRect b="0" l="0" r="0" t="0"/>
          <a:stretch/>
        </p:blipFill>
        <p:spPr>
          <a:xfrm>
            <a:off x="794342" y="6364520"/>
            <a:ext cx="342667" cy="3017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8" name="Google Shape;528;p28"/>
          <p:cNvCxnSpPr/>
          <p:nvPr/>
        </p:nvCxnSpPr>
        <p:spPr>
          <a:xfrm>
            <a:off x="7175090" y="2310058"/>
            <a:ext cx="0" cy="67516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2" name="Google Shape;542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3" name="Google Shape;543;p30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3" Type="http://schemas.openxmlformats.org/officeDocument/2006/relationships/theme" Target="../theme/theme3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Relationship Id="rId1" Type="http://schemas.openxmlformats.org/officeDocument/2006/relationships/image" Target="../media/image2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" type="body"/>
          </p:nvPr>
        </p:nvSpPr>
        <p:spPr>
          <a:xfrm>
            <a:off x="91440" y="1442719"/>
            <a:ext cx="11404949" cy="3830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8"/>
          <p:cNvSpPr/>
          <p:nvPr/>
        </p:nvSpPr>
        <p:spPr>
          <a:xfrm>
            <a:off x="0" y="1"/>
            <a:ext cx="12192000" cy="99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8"/>
          <p:cNvSpPr txBox="1"/>
          <p:nvPr/>
        </p:nvSpPr>
        <p:spPr>
          <a:xfrm>
            <a:off x="1664208" y="6080760"/>
            <a:ext cx="8869680" cy="320040"/>
          </a:xfrm>
          <a:prstGeom prst="rect">
            <a:avLst/>
          </a:prstGeom>
          <a:solidFill>
            <a:srgbClr val="3089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to edit Master text</a:t>
            </a:r>
            <a:endParaRPr/>
          </a:p>
        </p:txBody>
      </p:sp>
      <p:sp>
        <p:nvSpPr>
          <p:cNvPr id="19" name="Google Shape;19;p8"/>
          <p:cNvSpPr txBox="1"/>
          <p:nvPr/>
        </p:nvSpPr>
        <p:spPr>
          <a:xfrm>
            <a:off x="91440" y="91440"/>
            <a:ext cx="115305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"/>
          <p:cNvSpPr txBox="1"/>
          <p:nvPr/>
        </p:nvSpPr>
        <p:spPr>
          <a:xfrm>
            <a:off x="92074" y="502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to add title 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/>
          <p:nvPr/>
        </p:nvSpPr>
        <p:spPr>
          <a:xfrm flipH="1" rot="10800000">
            <a:off x="0" y="6537321"/>
            <a:ext cx="12192000" cy="320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29852" y="6575197"/>
            <a:ext cx="1186016" cy="18880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9"/>
          <p:cNvSpPr/>
          <p:nvPr/>
        </p:nvSpPr>
        <p:spPr>
          <a:xfrm flipH="1" rot="10800000">
            <a:off x="0" y="6463862"/>
            <a:ext cx="12192000" cy="394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/>
          <p:cNvSpPr/>
          <p:nvPr/>
        </p:nvSpPr>
        <p:spPr>
          <a:xfrm>
            <a:off x="4613900" y="6540658"/>
            <a:ext cx="2964200" cy="23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Berkshire Grey – Confidential</a:t>
            </a:r>
            <a:endParaRPr b="0" i="0"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1" y="6502688"/>
            <a:ext cx="1229537" cy="29138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9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0" y="1"/>
            <a:ext cx="12192000" cy="9921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9"/>
          <p:cNvSpPr txBox="1"/>
          <p:nvPr/>
        </p:nvSpPr>
        <p:spPr>
          <a:xfrm>
            <a:off x="91440" y="1442719"/>
            <a:ext cx="11404949" cy="3830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Click to edit Master text styles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Second level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Third level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Fourth level</a:t>
            </a:r>
            <a:endParaRPr/>
          </a:p>
          <a:p>
            <a:pPr indent="-228600" lvl="4" marL="2057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C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Fifth level</a:t>
            </a:r>
            <a:endParaRPr/>
          </a:p>
        </p:txBody>
      </p:sp>
      <p:sp>
        <p:nvSpPr>
          <p:cNvPr id="538" name="Google Shape;538;p29"/>
          <p:cNvSpPr txBox="1"/>
          <p:nvPr/>
        </p:nvSpPr>
        <p:spPr>
          <a:xfrm>
            <a:off x="91440" y="91440"/>
            <a:ext cx="1153229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/>
          </a:p>
        </p:txBody>
      </p:sp>
      <p:sp>
        <p:nvSpPr>
          <p:cNvPr id="539" name="Google Shape;539;p29"/>
          <p:cNvSpPr txBox="1"/>
          <p:nvPr/>
        </p:nvSpPr>
        <p:spPr>
          <a:xfrm>
            <a:off x="91440" y="502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to edit Master text styles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"/>
          <p:cNvSpPr txBox="1"/>
          <p:nvPr>
            <p:ph type="title"/>
          </p:nvPr>
        </p:nvSpPr>
        <p:spPr>
          <a:xfrm>
            <a:off x="904875" y="3089910"/>
            <a:ext cx="10363200" cy="2228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Template</a:t>
            </a:r>
            <a:endParaRPr/>
          </a:p>
        </p:txBody>
      </p:sp>
      <p:sp>
        <p:nvSpPr>
          <p:cNvPr id="549" name="Google Shape;549;p1"/>
          <p:cNvSpPr txBox="1"/>
          <p:nvPr>
            <p:ph idx="4294967295" type="body"/>
          </p:nvPr>
        </p:nvSpPr>
        <p:spPr>
          <a:xfrm>
            <a:off x="902070" y="5432184"/>
            <a:ext cx="10363200" cy="51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"/>
          <p:cNvSpPr txBox="1"/>
          <p:nvPr>
            <p:ph type="title"/>
          </p:nvPr>
        </p:nvSpPr>
        <p:spPr>
          <a:xfrm>
            <a:off x="329851" y="203200"/>
            <a:ext cx="4008469" cy="6090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/>
              <a:t>AGENDA</a:t>
            </a:r>
            <a:endParaRPr/>
          </a:p>
        </p:txBody>
      </p:sp>
      <p:sp>
        <p:nvSpPr>
          <p:cNvPr id="555" name="Google Shape;555;p2"/>
          <p:cNvSpPr txBox="1"/>
          <p:nvPr>
            <p:ph idx="1" type="body"/>
          </p:nvPr>
        </p:nvSpPr>
        <p:spPr>
          <a:xfrm>
            <a:off x="5074571" y="203200"/>
            <a:ext cx="6660229" cy="6090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</a:pPr>
            <a:r>
              <a:rPr lang="en-US"/>
              <a:t>Topic 1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</a:pPr>
            <a:r>
              <a:rPr lang="en-US"/>
              <a:t>Topic 2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</a:pPr>
            <a:r>
              <a:rPr lang="en-US"/>
              <a:t>Topic 3</a:t>
            </a:r>
            <a:endParaRPr/>
          </a:p>
        </p:txBody>
      </p:sp>
      <p:sp>
        <p:nvSpPr>
          <p:cNvPr id="556" name="Google Shape;556;p2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"/>
          <p:cNvSpPr txBox="1"/>
          <p:nvPr>
            <p:ph idx="1" type="body"/>
          </p:nvPr>
        </p:nvSpPr>
        <p:spPr>
          <a:xfrm>
            <a:off x="91440" y="1442719"/>
            <a:ext cx="5766149" cy="3830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</a:pPr>
            <a:r>
              <a:rPr lang="en-US"/>
              <a:t>Arial font family ONLY on all slides for consistency. </a:t>
            </a:r>
            <a:br>
              <a:rPr lang="en-US"/>
            </a:br>
            <a:r>
              <a:rPr lang="en-US"/>
              <a:t>Text no larger than 20 pt size.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</a:pPr>
            <a:r>
              <a:rPr lang="en-US"/>
              <a:t>Text should be clear and concise. </a:t>
            </a:r>
            <a:r>
              <a:rPr b="1" lang="en-US"/>
              <a:t>You don’t want the viewer to be reading instead of listening to your presentation.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Char char="•"/>
            </a:pPr>
            <a:r>
              <a:rPr lang="en-US"/>
              <a:t>Images (photograph or illustration) should be simple, engaging, and tied to the content.</a:t>
            </a:r>
            <a:endParaRPr/>
          </a:p>
        </p:txBody>
      </p:sp>
      <p:sp>
        <p:nvSpPr>
          <p:cNvPr id="562" name="Google Shape;562;p3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3" name="Google Shape;563;p3"/>
          <p:cNvSpPr txBox="1"/>
          <p:nvPr>
            <p:ph idx="2" type="body"/>
          </p:nvPr>
        </p:nvSpPr>
        <p:spPr>
          <a:xfrm>
            <a:off x="1664208" y="6080760"/>
            <a:ext cx="8869680" cy="320040"/>
          </a:xfrm>
          <a:prstGeom prst="rect">
            <a:avLst/>
          </a:prstGeom>
          <a:solidFill>
            <a:srgbClr val="3089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This area should contain a summary of the slide. This is a one-line example. See 2-line example in Master.</a:t>
            </a:r>
            <a:endParaRPr/>
          </a:p>
        </p:txBody>
      </p:sp>
      <p:sp>
        <p:nvSpPr>
          <p:cNvPr id="564" name="Google Shape;564;p3"/>
          <p:cNvSpPr txBox="1"/>
          <p:nvPr>
            <p:ph type="title"/>
          </p:nvPr>
        </p:nvSpPr>
        <p:spPr>
          <a:xfrm>
            <a:off x="91440" y="91440"/>
            <a:ext cx="115305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This is the Main Title</a:t>
            </a:r>
            <a:endParaRPr/>
          </a:p>
        </p:txBody>
      </p:sp>
      <p:sp>
        <p:nvSpPr>
          <p:cNvPr id="565" name="Google Shape;565;p3"/>
          <p:cNvSpPr txBox="1"/>
          <p:nvPr>
            <p:ph idx="3" type="body"/>
          </p:nvPr>
        </p:nvSpPr>
        <p:spPr>
          <a:xfrm>
            <a:off x="92074" y="502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This is the Subtitle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"/>
          <p:cNvSpPr txBox="1"/>
          <p:nvPr/>
        </p:nvSpPr>
        <p:spPr>
          <a:xfrm>
            <a:off x="600367" y="574039"/>
            <a:ext cx="10024090" cy="1627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There is an icon library in the Master.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C"/>
                </a:solidFill>
                <a:latin typeface="Arial"/>
                <a:ea typeface="Arial"/>
                <a:cs typeface="Arial"/>
                <a:sym typeface="Arial"/>
              </a:rPr>
              <a:t>Simply copy and paste to your slide. Icons may be used alone, or within a circle or box. Aways use a primary or secondary color from the BG palette for your icons.</a:t>
            </a:r>
            <a:endParaRPr/>
          </a:p>
        </p:txBody>
      </p:sp>
      <p:pic>
        <p:nvPicPr>
          <p:cNvPr id="576" name="Google Shape;5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8364" y="3119313"/>
            <a:ext cx="2726221" cy="19046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5"/>
          <p:cNvGrpSpPr/>
          <p:nvPr/>
        </p:nvGrpSpPr>
        <p:grpSpPr>
          <a:xfrm>
            <a:off x="4977114" y="2962306"/>
            <a:ext cx="2237772" cy="2237772"/>
            <a:chOff x="5644165" y="3287484"/>
            <a:chExt cx="1238805" cy="1238805"/>
          </a:xfrm>
        </p:grpSpPr>
        <p:sp>
          <p:nvSpPr>
            <p:cNvPr id="578" name="Google Shape;578;p5"/>
            <p:cNvSpPr/>
            <p:nvPr/>
          </p:nvSpPr>
          <p:spPr>
            <a:xfrm>
              <a:off x="5644165" y="3287484"/>
              <a:ext cx="1238805" cy="1238805"/>
            </a:xfrm>
            <a:prstGeom prst="ellipse">
              <a:avLst/>
            </a:prstGeom>
            <a:solidFill>
              <a:srgbClr val="3089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9" name="Google Shape;57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24107" y="3565774"/>
              <a:ext cx="934671" cy="6529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0" name="Google Shape;580;p5"/>
          <p:cNvGrpSpPr/>
          <p:nvPr/>
        </p:nvGrpSpPr>
        <p:grpSpPr>
          <a:xfrm>
            <a:off x="8194451" y="2962306"/>
            <a:ext cx="2237772" cy="2237772"/>
            <a:chOff x="7167485" y="3287484"/>
            <a:chExt cx="1238805" cy="1238805"/>
          </a:xfrm>
        </p:grpSpPr>
        <p:sp>
          <p:nvSpPr>
            <p:cNvPr id="581" name="Google Shape;581;p5"/>
            <p:cNvSpPr/>
            <p:nvPr/>
          </p:nvSpPr>
          <p:spPr>
            <a:xfrm>
              <a:off x="7167485" y="3287484"/>
              <a:ext cx="1238805" cy="1238805"/>
            </a:xfrm>
            <a:prstGeom prst="rect">
              <a:avLst/>
            </a:prstGeom>
            <a:solidFill>
              <a:srgbClr val="3089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2" name="Google Shape;58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17042" y="3565774"/>
              <a:ext cx="934671" cy="6529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3" name="Google Shape;583;p5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"/>
          <p:cNvSpPr txBox="1"/>
          <p:nvPr>
            <p:ph idx="12" type="sldNum"/>
          </p:nvPr>
        </p:nvSpPr>
        <p:spPr>
          <a:xfrm>
            <a:off x="11525250" y="6583582"/>
            <a:ext cx="323139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p6"/>
          <p:cNvSpPr txBox="1"/>
          <p:nvPr>
            <p:ph type="title"/>
          </p:nvPr>
        </p:nvSpPr>
        <p:spPr>
          <a:xfrm>
            <a:off x="329851" y="406832"/>
            <a:ext cx="11518538" cy="5646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lang="en-US" sz="3200"/>
              <a:t>Thi</a:t>
            </a:r>
            <a:r>
              <a:rPr lang="en-US"/>
              <a:t>s is a </a:t>
            </a:r>
            <a:r>
              <a:rPr b="0" lang="en-US" sz="3200"/>
              <a:t>Divider Slide</a:t>
            </a:r>
            <a:endParaRPr/>
          </a:p>
        </p:txBody>
      </p:sp>
      <p:sp>
        <p:nvSpPr>
          <p:cNvPr id="590" name="Google Shape;590;p6"/>
          <p:cNvSpPr txBox="1"/>
          <p:nvPr/>
        </p:nvSpPr>
        <p:spPr>
          <a:xfrm>
            <a:off x="6520543" y="7086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2024-05-31T00:11:44Z</dcterms:created>
</cp:coreProperties>
</file>